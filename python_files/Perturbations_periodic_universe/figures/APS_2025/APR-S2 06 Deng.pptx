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17.png" ContentType="image/png"/>
  <Override PartName="/ppt/media/image8.png" ContentType="image/png"/>
  <Override PartName="/ppt/media/image12.png" ContentType="image/png"/>
  <Override PartName="/ppt/media/image35.png" ContentType="image/png"/>
  <Override PartName="/ppt/media/image3.png" ContentType="image/png"/>
  <Override PartName="/ppt/media/image18.png" ContentType="image/png"/>
  <Override PartName="/ppt/media/image9.png" ContentType="image/png"/>
  <Override PartName="/ppt/media/image20.png" ContentType="image/png"/>
  <Override PartName="/ppt/media/image13.png" ContentType="image/png"/>
  <Override PartName="/ppt/media/image4.png" ContentType="image/png"/>
  <Override PartName="/ppt/media/image30.png" ContentType="image/png"/>
  <Override PartName="/ppt/media/image31.png" ContentType="image/png"/>
  <Override PartName="/ppt/media/image32.png" ContentType="image/png"/>
  <Override PartName="/ppt/media/image11.png" ContentType="image/png"/>
  <Override PartName="/ppt/media/image2.png" ContentType="image/png"/>
  <Override PartName="/ppt/media/image34.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720000" y="900000"/>
            <a:ext cx="6120000" cy="3441600"/>
          </a:xfrm>
          <a:prstGeom prst="rect">
            <a:avLst/>
          </a:prstGeom>
          <a:noFill/>
          <a:ln w="0">
            <a:noFill/>
          </a:ln>
        </p:spPr>
        <p:txBody>
          <a:bodyPr lIns="0" rIns="0" tIns="0" bIns="0" anchor="ctr">
            <a:noAutofit/>
          </a:bodyPr>
          <a:p>
            <a:r>
              <a:rPr b="0" lang="en-GB" sz="3300" spc="-1" strike="noStrike">
                <a:solidFill>
                  <a:srgbClr val="ffffff"/>
                </a:solidFill>
                <a:latin typeface="Arial"/>
              </a:rPr>
              <a:t>Click to move the slide</a:t>
            </a:r>
            <a:endParaRPr b="0" lang="en-GB" sz="3300" spc="-1" strike="noStrike">
              <a:solidFill>
                <a:srgbClr val="ffffff"/>
              </a:solidFill>
              <a:latin typeface="Arial"/>
            </a:endParaRPr>
          </a:p>
        </p:txBody>
      </p:sp>
      <p:sp>
        <p:nvSpPr>
          <p:cNvPr id="76"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77" name="PlaceHolder 3"/>
          <p:cNvSpPr>
            <a:spLocks noGrp="1"/>
          </p:cNvSpPr>
          <p:nvPr>
            <p:ph type="hdr"/>
          </p:nvPr>
        </p:nvSpPr>
        <p:spPr>
          <a:xfrm>
            <a:off x="0" y="0"/>
            <a:ext cx="3280680" cy="534240"/>
          </a:xfrm>
          <a:prstGeom prst="rect">
            <a:avLst/>
          </a:prstGeom>
          <a:noFill/>
          <a:ln w="0">
            <a:noFill/>
          </a:ln>
        </p:spPr>
        <p:txBody>
          <a:bodyPr lIns="0" rIns="0" tIns="0" bIns="0" anchor="b">
            <a:noAutofit/>
          </a:bodyPr>
          <a:p>
            <a:pPr indent="0">
              <a:buNone/>
            </a:pPr>
            <a:r>
              <a:rPr b="0" lang="en-GB" sz="1400" spc="-1" strike="noStrike">
                <a:solidFill>
                  <a:srgbClr val="ffffff"/>
                </a:solidFill>
                <a:latin typeface="Arial"/>
              </a:rPr>
              <a:t>&lt;header&gt;</a:t>
            </a:r>
            <a:endParaRPr b="0" lang="en-GB" sz="1400" spc="-1" strike="noStrike">
              <a:solidFill>
                <a:srgbClr val="ffffff"/>
              </a:solidFill>
              <a:latin typeface="Arial"/>
            </a:endParaRPr>
          </a:p>
        </p:txBody>
      </p:sp>
      <p:sp>
        <p:nvSpPr>
          <p:cNvPr id="78" name="PlaceHolder 4"/>
          <p:cNvSpPr>
            <a:spLocks noGrp="1"/>
          </p:cNvSpPr>
          <p:nvPr>
            <p:ph type="dt" idx="13"/>
          </p:nvPr>
        </p:nvSpPr>
        <p:spPr>
          <a:xfrm>
            <a:off x="4278960" y="0"/>
            <a:ext cx="3280680" cy="53424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79"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80"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B88BA10D-C352-405B-9D24-FBE2B5131C1C}"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720000" y="900000"/>
            <a:ext cx="6120000" cy="3441600"/>
          </a:xfrm>
          <a:prstGeom prst="rect">
            <a:avLst/>
          </a:prstGeom>
          <a:ln w="0">
            <a:noFill/>
          </a:ln>
        </p:spPr>
      </p:sp>
      <p:sp>
        <p:nvSpPr>
          <p:cNvPr id="35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Hello everyone, I am Wei-Ning Deng from Cambridge. Today I wan to talk about a new cosmological theory, called: CPT-symmetry universe, and some of its prediction. </a:t>
            </a:r>
            <a:br>
              <a:rPr sz="2000"/>
            </a:br>
            <a:r>
              <a:rPr b="0" lang="en-GB" sz="2000" spc="-1" strike="noStrike">
                <a:solidFill>
                  <a:srgbClr val="000000"/>
                </a:solidFill>
                <a:latin typeface="Arial"/>
              </a:rPr>
              <a:t>There will be no technical details, just big ideas. So seat back and enjoy the journey.</a:t>
            </a:r>
            <a:endParaRPr b="0" lang="en-GB"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720000" y="900000"/>
            <a:ext cx="6120000" cy="3441600"/>
          </a:xfrm>
          <a:prstGeom prst="rect">
            <a:avLst/>
          </a:prstGeom>
          <a:ln w="0">
            <a:noFill/>
          </a:ln>
        </p:spPr>
      </p:sp>
      <p:sp>
        <p:nvSpPr>
          <p:cNvPr id="35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First, that’s start from our current understanding of the universe. Lambda CDM and standard model of particle physics, successfully explains lots of phenomenons of the universe. However, there are still lots of problems couldn’t explain. </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For example, what is the composition of dark matter? Why our universe is so flat, homogeneous and isotropic?</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To answer these questions, people introduced new particles, inflation era etc.</a:t>
            </a:r>
            <a:endParaRPr b="0" lang="en-GB"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720000" y="900000"/>
            <a:ext cx="6120000" cy="3441600"/>
          </a:xfrm>
          <a:prstGeom prst="rect">
            <a:avLst/>
          </a:prstGeom>
          <a:ln w="0">
            <a:noFill/>
          </a:ln>
        </p:spPr>
      </p:sp>
      <p:sp>
        <p:nvSpPr>
          <p:cNvPr id="35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However, no theory can explain all problems at once.</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Moreover, current observation challenges some of the most famous theory. For example, current observation shows tensor and scalar ratio should be really low, which rule out some of the most famous inflation theory.</a:t>
            </a: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Finally, those theory often introduce lots of new degree of freedoms and complexity. By Occam’s razor, simpler theories are preferred.</a:t>
            </a:r>
            <a:endParaRPr b="0" lang="en-GB" sz="2000" spc="-1" strike="noStrike">
              <a:solidFill>
                <a:srgbClr val="000000"/>
              </a:solidFill>
              <a:latin typeface="Arial"/>
            </a:endParaRPr>
          </a:p>
          <a:p>
            <a:pPr marL="216000" indent="-216000">
              <a:lnSpc>
                <a:spcPct val="100000"/>
              </a:lnSpc>
              <a:buNone/>
              <a:tabLst>
                <a:tab algn="l" pos="0"/>
              </a:tabLst>
            </a:pPr>
            <a:endParaRPr b="0" lang="en-GB" sz="2000" spc="-1" strike="noStrike">
              <a:solidFill>
                <a:srgbClr val="000000"/>
              </a:solidFill>
              <a:latin typeface="Arial"/>
            </a:endParaRPr>
          </a:p>
          <a:p>
            <a:pPr marL="216000" indent="-216000">
              <a:lnSpc>
                <a:spcPct val="100000"/>
              </a:lnSpc>
              <a:buNone/>
              <a:tabLst>
                <a:tab algn="l" pos="0"/>
              </a:tabLst>
            </a:pPr>
            <a:r>
              <a:rPr b="0" lang="en-GB" sz="2000" spc="-1" strike="noStrike">
                <a:solidFill>
                  <a:srgbClr val="000000"/>
                </a:solidFill>
                <a:latin typeface="Arial"/>
              </a:rPr>
              <a:t>So here comes the question: is there a simple theory that can explain all problems at once?</a:t>
            </a:r>
            <a:endParaRPr b="0" lang="en-GB"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720000" y="900000"/>
            <a:ext cx="6120000" cy="3441600"/>
          </a:xfrm>
          <a:prstGeom prst="rect">
            <a:avLst/>
          </a:prstGeom>
          <a:ln w="0">
            <a:noFill/>
          </a:ln>
        </p:spPr>
      </p:sp>
      <p:sp>
        <p:nvSpPr>
          <p:cNvPr id="35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The answer is yes, CPT-symmetry universe, proposed by Neil Turok and Latham Boyle in Eindinburgh university is one of the solution. </a:t>
            </a:r>
            <a:br>
              <a:rPr sz="2000"/>
            </a:br>
            <a:r>
              <a:rPr b="0" lang="en-GB" sz="2000" spc="-1" strike="noStrike">
                <a:solidFill>
                  <a:srgbClr val="000000"/>
                </a:solidFill>
                <a:latin typeface="Arial"/>
              </a:rPr>
              <a:t>If you solve Friedmann equation in conformal time, you will get this periodic solution. They further assume that not just scale factor, but all particles are CPT-symmetric (Charge, parity and time) symmetric at the Bang. That is, the Bang acting as a mirror. By this assumption, they can solve lots of problems in cosmology and SM without introducing any new degree of freedom.</a:t>
            </a:r>
            <a:endParaRPr b="0" lang="en-GB"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720000" y="900000"/>
            <a:ext cx="6120000" cy="3441600"/>
          </a:xfrm>
          <a:prstGeom prst="rect">
            <a:avLst/>
          </a:prstGeom>
          <a:ln w="0">
            <a:noFill/>
          </a:ln>
        </p:spPr>
      </p:sp>
      <p:sp>
        <p:nvSpPr>
          <p:cNvPr id="35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lnSpc>
                <a:spcPct val="100000"/>
              </a:lnSpc>
              <a:buNone/>
              <a:tabLst>
                <a:tab algn="l" pos="0"/>
              </a:tabLst>
            </a:pPr>
            <a:r>
              <a:rPr b="0" lang="en-GB" sz="2000" spc="-1" strike="noStrike">
                <a:solidFill>
                  <a:srgbClr val="000000"/>
                </a:solidFill>
                <a:latin typeface="Arial"/>
              </a:rPr>
              <a:t>For example, people assume that cosmological constant comes from vaccum energy of particles. However, if we sum vaccum energy of all particles in SM, the values become much larger than the observed value. That is cosmological constant problem.</a:t>
            </a:r>
            <a:endParaRPr b="0" lang="en-GB"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720000" y="900000"/>
            <a:ext cx="6120000" cy="3441600"/>
          </a:xfrm>
          <a:prstGeom prst="rect">
            <a:avLst/>
          </a:prstGeom>
          <a:ln w="0">
            <a:noFill/>
          </a:ln>
        </p:spPr>
      </p:sp>
      <p:sp>
        <p:nvSpPr>
          <p:cNvPr id="36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Neil and Latham founds that if we add three RH neutrinos, and 36 dim-0 scalar field. The problem would be solved!</a:t>
            </a:r>
            <a:endParaRPr b="0" lang="en-GB" sz="2000" spc="-1" strike="noStrike">
              <a:solidFill>
                <a:srgbClr val="000000"/>
              </a:solidFill>
              <a:latin typeface="Arial"/>
            </a:endParaRPr>
          </a:p>
          <a:p>
            <a:pPr marL="216000" indent="-216000">
              <a:buNone/>
            </a:pPr>
            <a:r>
              <a:rPr b="0" lang="en-GB" sz="2000" spc="-1" strike="noStrike">
                <a:solidFill>
                  <a:srgbClr val="000000"/>
                </a:solidFill>
                <a:latin typeface="Arial"/>
              </a:rPr>
              <a:t>It turns out that 3 RH neutrinos are quite natural to add. Because people know that LH neutrinos have tiny mass. If they are not exactly massless, there should be RH neutrinos. As for dim-0 scalar field, as they are dimensionless, they don’t add any new degree of freedoms. Keep the simplicity of the theory.</a:t>
            </a:r>
            <a:endParaRPr b="0" lang="en-GB"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720000" y="900000"/>
            <a:ext cx="6120000" cy="3441600"/>
          </a:xfrm>
          <a:prstGeom prst="rect">
            <a:avLst/>
          </a:prstGeom>
          <a:ln w="0">
            <a:noFill/>
          </a:ln>
        </p:spPr>
      </p:sp>
      <p:sp>
        <p:nvSpPr>
          <p:cNvPr id="36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Since there are no other new particles in the universe, they assume that DM is composed of one of the RH neutrinos, which requires the RH neutrinos to be really massive. Although we cannot observe they directly, by seesaw mechanism, its corresponding LH neutrinos should be nearly massless. Which can be tested by cosmological observation.</a:t>
            </a:r>
            <a:endParaRPr b="0" lang="en-GB"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720000" y="900000"/>
            <a:ext cx="6120000" cy="3441600"/>
          </a:xfrm>
          <a:prstGeom prst="rect">
            <a:avLst/>
          </a:prstGeom>
          <a:ln w="0">
            <a:noFill/>
          </a:ln>
        </p:spPr>
      </p:sp>
      <p:sp>
        <p:nvSpPr>
          <p:cNvPr id="365"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Neutrinos oscillation tells us that the minimum sum of neutrino mass should be 0.06 or 0.1 eV. The theory predict one neutrino should be massless, as a result, the mass sum should be the minimum, which is consistent with CMB observation.</a:t>
            </a:r>
            <a:endParaRPr b="0" lang="en-GB" sz="20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720000" y="900000"/>
            <a:ext cx="6120000" cy="3441600"/>
          </a:xfrm>
          <a:prstGeom prst="rect">
            <a:avLst/>
          </a:prstGeom>
          <a:ln w="0">
            <a:noFill/>
          </a:ln>
        </p:spPr>
      </p:sp>
      <p:sp>
        <p:nvSpPr>
          <p:cNvPr id="367"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How about dim-0 scalar field?  </a:t>
            </a:r>
            <a:endParaRPr b="0" lang="en-GB"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720000" y="900000"/>
            <a:ext cx="6120000" cy="3441600"/>
          </a:xfrm>
          <a:prstGeom prst="rect">
            <a:avLst/>
          </a:prstGeom>
          <a:ln w="0">
            <a:noFill/>
          </a:ln>
        </p:spPr>
      </p:sp>
      <p:sp>
        <p:nvSpPr>
          <p:cNvPr id="369"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Finally, homonenity, flatness and isotropy puzzle. Originally people solve this problem by inflation, which happen right after Big Bang.</a:t>
            </a:r>
            <a:endParaRPr b="0" lang="en-GB"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720000" y="900000"/>
            <a:ext cx="6120000" cy="3441600"/>
          </a:xfrm>
          <a:prstGeom prst="rect">
            <a:avLst/>
          </a:prstGeom>
          <a:ln w="0">
            <a:noFill/>
          </a:ln>
        </p:spPr>
      </p:sp>
      <p:sp>
        <p:nvSpPr>
          <p:cNvPr id="371"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During inflation, the universe exponentially expand to extremely large in short amount of time. This cause observable universe become much smaller than really universe.</a:t>
            </a:r>
            <a:endParaRPr b="0" lang="en-GB"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720000" y="900000"/>
            <a:ext cx="6120000" cy="3441600"/>
          </a:xfrm>
          <a:prstGeom prst="rect">
            <a:avLst/>
          </a:prstGeom>
          <a:ln w="0">
            <a:noFill/>
          </a:ln>
        </p:spPr>
      </p:sp>
      <p:sp>
        <p:nvSpPr>
          <p:cNvPr id="373" name="PlaceHolder 2"/>
          <p:cNvSpPr>
            <a:spLocks noGrp="1"/>
          </p:cNvSpPr>
          <p:nvPr>
            <p:ph type="body"/>
          </p:nvPr>
        </p:nvSpPr>
        <p:spPr>
          <a:xfrm>
            <a:off x="720000" y="4680000"/>
            <a:ext cx="6120000" cy="504000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Since dim-0 scalar field is dimensionless, it act as white noise. As a result, the primordial perturbations trigger by it should be scale invariant. The phenomenon is naturally explained without inflation!</a:t>
            </a:r>
            <a:endParaRPr b="0" lang="en-GB"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
    <p:spTree>
      <p:nvGrpSpPr>
        <p:cNvPr id="1" name=""/>
        <p:cNvGrpSpPr/>
        <p:nvPr/>
      </p:nvGrpSpPr>
      <p:grpSpPr>
        <a:xfrm>
          <a:off x="0" y="0"/>
          <a:ext cx="0" cy="0"/>
          <a:chOff x="0" y="0"/>
          <a:chExt cx="0" cy="0"/>
        </a:xfrm>
      </p:grpSpPr>
      <p:sp>
        <p:nvSpPr>
          <p:cNvPr id="1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18"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A101447-88E5-46F6-ABE0-EED79C421AE3}"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
    <p:spTree>
      <p:nvGrpSpPr>
        <p:cNvPr id="1" name=""/>
        <p:cNvGrpSpPr/>
        <p:nvPr/>
      </p:nvGrpSpPr>
      <p:grpSpPr>
        <a:xfrm>
          <a:off x="0" y="0"/>
          <a:ext cx="0" cy="0"/>
          <a:chOff x="0" y="0"/>
          <a:chExt cx="0" cy="0"/>
        </a:xfrm>
      </p:grpSpPr>
      <p:sp>
        <p:nvSpPr>
          <p:cNvPr id="1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20" name="PlaceHolder 2"/>
          <p:cNvSpPr>
            <a:spLocks noGrp="1"/>
          </p:cNvSpPr>
          <p:nvPr>
            <p:ph type="subTitle"/>
          </p:nvPr>
        </p:nvSpPr>
        <p:spPr>
          <a:xfrm>
            <a:off x="540000" y="1440000"/>
            <a:ext cx="9000000" cy="360000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E6BA946-A685-438B-9724-E570FEABEE52}"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1">
    <p:spTree>
      <p:nvGrpSpPr>
        <p:cNvPr id="1" name=""/>
        <p:cNvGrpSpPr/>
        <p:nvPr/>
      </p:nvGrpSpPr>
      <p:grpSpPr>
        <a:xfrm>
          <a:off x="0" y="0"/>
          <a:ext cx="0" cy="0"/>
          <a:chOff x="0" y="0"/>
          <a:chExt cx="0" cy="0"/>
        </a:xfrm>
      </p:grpSpPr>
      <p:sp>
        <p:nvSpPr>
          <p:cNvPr id="41"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42"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422645F-CB4F-4DA1-890D-9DE95B4AECB8}" type="slidenum">
              <a:t>&lt;#&gt;</a:t>
            </a:fld>
          </a:p>
        </p:txBody>
      </p:sp>
      <p:sp>
        <p:nvSpPr>
          <p:cNvPr id="6" name="PlaceHolder 5"/>
          <p:cNvSpPr>
            <a:spLocks noGrp="1"/>
          </p:cNvSpPr>
          <p:nvPr>
            <p:ph type="dt" idx="4"/>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ights2">
    <p:spTree>
      <p:nvGrpSpPr>
        <p:cNvPr id="1" name=""/>
        <p:cNvGrpSpPr/>
        <p:nvPr/>
      </p:nvGrpSpPr>
      <p:grpSpPr>
        <a:xfrm>
          <a:off x="0" y="0"/>
          <a:ext cx="0" cy="0"/>
          <a:chOff x="0" y="0"/>
          <a:chExt cx="0" cy="0"/>
        </a:xfrm>
      </p:grpSpPr>
      <p:sp>
        <p:nvSpPr>
          <p:cNvPr id="5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58"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B86F771-0667-4FB0-9CF4-562295451EFF}" type="slidenum">
              <a:t>&lt;#&gt;</a:t>
            </a:fld>
          </a:p>
        </p:txBody>
      </p:sp>
      <p:sp>
        <p:nvSpPr>
          <p:cNvPr id="6" name="PlaceHolder 5"/>
          <p:cNvSpPr>
            <a:spLocks noGrp="1"/>
          </p:cNvSpPr>
          <p:nvPr>
            <p:ph type="dt" idx="7"/>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Lights2">
    <p:spTree>
      <p:nvGrpSpPr>
        <p:cNvPr id="1" name=""/>
        <p:cNvGrpSpPr/>
        <p:nvPr/>
      </p:nvGrpSpPr>
      <p:grpSpPr>
        <a:xfrm>
          <a:off x="0" y="0"/>
          <a:ext cx="0" cy="0"/>
          <a:chOff x="0" y="0"/>
          <a:chExt cx="0" cy="0"/>
        </a:xfrm>
      </p:grpSpPr>
      <p:sp>
        <p:nvSpPr>
          <p:cNvPr id="5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sp>
        <p:nvSpPr>
          <p:cNvPr id="60" name="PlaceHolder 2"/>
          <p:cNvSpPr>
            <a:spLocks noGrp="1"/>
          </p:cNvSpPr>
          <p:nvPr>
            <p:ph type="subTitle"/>
          </p:nvPr>
        </p:nvSpPr>
        <p:spPr>
          <a:xfrm>
            <a:off x="540000" y="1440000"/>
            <a:ext cx="9000000" cy="360000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EA45106F-53EE-4EDD-BAFE-1A58DF5A2226}" type="slidenum">
              <a:t>&lt;#&gt;</a:t>
            </a:fld>
          </a:p>
        </p:txBody>
      </p:sp>
      <p:sp>
        <p:nvSpPr>
          <p:cNvPr id="6" name="PlaceHolder 5"/>
          <p:cNvSpPr>
            <a:spLocks noGrp="1"/>
          </p:cNvSpPr>
          <p:nvPr>
            <p:ph type="dt" idx="7"/>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0" y="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 name="PlaceHolder 1"/>
          <p:cNvSpPr>
            <a:spLocks noGrp="1"/>
          </p:cNvSpPr>
          <p:nvPr>
            <p:ph type="title"/>
          </p:nvPr>
        </p:nvSpPr>
        <p:spPr>
          <a:xfrm>
            <a:off x="540000" y="1440000"/>
            <a:ext cx="9000000" cy="990000"/>
          </a:xfrm>
          <a:prstGeom prst="rect">
            <a:avLst/>
          </a:prstGeom>
          <a:noFill/>
          <a:ln w="0">
            <a:noFill/>
          </a:ln>
        </p:spPr>
        <p:txBody>
          <a:bodyPr lIns="0" rIns="0" tIns="0" bIns="0" anchor="ctr">
            <a:noAutofit/>
          </a:bodyPr>
          <a:p>
            <a:pPr indent="0">
              <a:buNone/>
            </a:pPr>
            <a:r>
              <a:rPr b="0" lang="en-GB" sz="3300" spc="-1" strike="noStrike">
                <a:solidFill>
                  <a:srgbClr val="ffffff"/>
                </a:solidFill>
                <a:latin typeface="Arial"/>
              </a:rPr>
              <a:t>Click </a:t>
            </a:r>
            <a:r>
              <a:rPr b="0" lang="en-GB" sz="3300" spc="-1" strike="noStrike">
                <a:solidFill>
                  <a:srgbClr val="ffffff"/>
                </a:solidFill>
                <a:latin typeface="Arial"/>
              </a:rPr>
              <a:t>to </a:t>
            </a:r>
            <a:r>
              <a:rPr b="0" lang="en-GB" sz="3300" spc="-1" strike="noStrike">
                <a:solidFill>
                  <a:srgbClr val="ffffff"/>
                </a:solidFill>
                <a:latin typeface="Arial"/>
              </a:rPr>
              <a:t>edit </a:t>
            </a:r>
            <a:r>
              <a:rPr b="0" lang="en-GB" sz="3300" spc="-1" strike="noStrike">
                <a:solidFill>
                  <a:srgbClr val="ffffff"/>
                </a:solidFill>
                <a:latin typeface="Arial"/>
              </a:rPr>
              <a:t>the </a:t>
            </a:r>
            <a:r>
              <a:rPr b="0" lang="en-GB" sz="3300" spc="-1" strike="noStrike">
                <a:solidFill>
                  <a:srgbClr val="ffffff"/>
                </a:solidFill>
                <a:latin typeface="Arial"/>
              </a:rPr>
              <a:t>title </a:t>
            </a:r>
            <a:r>
              <a:rPr b="0" lang="en-GB" sz="3300" spc="-1" strike="noStrike">
                <a:solidFill>
                  <a:srgbClr val="ffffff"/>
                </a:solidFill>
                <a:latin typeface="Arial"/>
              </a:rPr>
              <a:t>text </a:t>
            </a:r>
            <a:r>
              <a:rPr b="0" lang="en-GB" sz="3300" spc="-1" strike="noStrike">
                <a:solidFill>
                  <a:srgbClr val="ffffff"/>
                </a:solidFill>
                <a:latin typeface="Arial"/>
              </a:rPr>
              <a:t>form</a:t>
            </a:r>
            <a:r>
              <a:rPr b="0" lang="en-GB" sz="3300" spc="-1" strike="noStrike">
                <a:solidFill>
                  <a:srgbClr val="ffffff"/>
                </a:solidFill>
                <a:latin typeface="Arial"/>
              </a:rPr>
              <a:t>at</a:t>
            </a:r>
            <a:endParaRPr b="0" lang="en-GB" sz="3300" spc="-1" strike="noStrike">
              <a:solidFill>
                <a:srgbClr val="ffffff"/>
              </a:solidFill>
              <a:latin typeface="Arial"/>
            </a:endParaRPr>
          </a:p>
        </p:txBody>
      </p:sp>
      <p:sp>
        <p:nvSpPr>
          <p:cNvPr id="2" name="PlaceHolder 2"/>
          <p:cNvSpPr>
            <a:spLocks noGrp="1"/>
          </p:cNvSpPr>
          <p:nvPr>
            <p:ph type="body"/>
          </p:nvPr>
        </p:nvSpPr>
        <p:spPr>
          <a:xfrm>
            <a:off x="540000" y="2610000"/>
            <a:ext cx="9000000" cy="2160000"/>
          </a:xfrm>
          <a:prstGeom prst="rect">
            <a:avLst/>
          </a:prstGeom>
          <a:noFill/>
          <a:ln w="0">
            <a:noFill/>
          </a:ln>
        </p:spPr>
        <p:txBody>
          <a:bodyPr lIns="0" rIns="0" tIns="0" bIns="0" anchor="t">
            <a:normAutofit/>
          </a:bodyPr>
          <a:p>
            <a:pPr marL="432000" indent="-324000">
              <a:spcAft>
                <a:spcPts val="1057"/>
              </a:spcAft>
              <a:buClr>
                <a:srgbClr val="ffffff"/>
              </a:buClr>
              <a:buSzPct val="45000"/>
              <a:buFont typeface="Wingdings" charset="2"/>
              <a:buChar char=""/>
            </a:pPr>
            <a:r>
              <a:rPr b="0" lang="en-GB" sz="2400" spc="-1" strike="noStrike">
                <a:solidFill>
                  <a:srgbClr val="ffffff"/>
                </a:solidFill>
                <a:latin typeface="Arial"/>
              </a:rPr>
              <a:t>Click to edit the </a:t>
            </a:r>
            <a:r>
              <a:rPr b="0" lang="en-GB" sz="2400" spc="-1" strike="noStrike">
                <a:solidFill>
                  <a:srgbClr val="ffffff"/>
                </a:solidFill>
                <a:latin typeface="Arial"/>
              </a:rPr>
              <a:t>outline text format</a:t>
            </a:r>
            <a:endParaRPr b="0" lang="en-GB" sz="2400" spc="-1" strike="noStrike">
              <a:solidFill>
                <a:srgbClr val="ffffff"/>
              </a:solidFill>
              <a:latin typeface="Arial"/>
            </a:endParaRPr>
          </a:p>
          <a:p>
            <a:pPr lvl="1" marL="864000" indent="-324000">
              <a:spcAft>
                <a:spcPts val="845"/>
              </a:spcAft>
              <a:buClr>
                <a:srgbClr val="ffffff"/>
              </a:buClr>
              <a:buSzPct val="75000"/>
              <a:buFont typeface="Symbol" charset="2"/>
              <a:buChar char=""/>
            </a:pPr>
            <a:r>
              <a:rPr b="0" lang="en-GB" sz="2100" spc="-1" strike="noStrike">
                <a:solidFill>
                  <a:srgbClr val="ffffff"/>
                </a:solidFill>
                <a:latin typeface="Arial"/>
              </a:rPr>
              <a:t>Second Outline </a:t>
            </a:r>
            <a:r>
              <a:rPr b="0" lang="en-GB" sz="2100" spc="-1" strike="noStrike">
                <a:solidFill>
                  <a:srgbClr val="ffffff"/>
                </a:solidFill>
                <a:latin typeface="Arial"/>
              </a:rPr>
              <a:t>Level</a:t>
            </a:r>
            <a:endParaRPr b="0" lang="en-GB" sz="2100" spc="-1" strike="noStrike">
              <a:solidFill>
                <a:srgbClr val="ffffff"/>
              </a:solidFill>
              <a:latin typeface="Arial"/>
            </a:endParaRPr>
          </a:p>
          <a:p>
            <a:pPr lvl="2" marL="1296000" indent="-288000">
              <a:spcAft>
                <a:spcPts val="632"/>
              </a:spcAft>
              <a:buClr>
                <a:srgbClr val="ffffff"/>
              </a:buClr>
              <a:buSzPct val="45000"/>
              <a:buFont typeface="Wingdings" charset="2"/>
              <a:buChar char=""/>
            </a:pPr>
            <a:r>
              <a:rPr b="0" lang="en-GB" sz="1800" spc="-1" strike="noStrike">
                <a:solidFill>
                  <a:srgbClr val="ffffff"/>
                </a:solidFill>
                <a:latin typeface="Arial"/>
              </a:rPr>
              <a:t>Third Outline </a:t>
            </a:r>
            <a:r>
              <a:rPr b="0" lang="en-GB" sz="1800" spc="-1" strike="noStrike">
                <a:solidFill>
                  <a:srgbClr val="ffffff"/>
                </a:solidFill>
                <a:latin typeface="Arial"/>
              </a:rPr>
              <a:t>Level</a:t>
            </a:r>
            <a:endParaRPr b="0" lang="en-GB" sz="1800" spc="-1" strike="noStrike">
              <a:solidFill>
                <a:srgbClr val="ffffff"/>
              </a:solidFill>
              <a:latin typeface="Arial"/>
            </a:endParaRPr>
          </a:p>
          <a:p>
            <a:pPr lvl="3" marL="1728000" indent="-216000">
              <a:spcAft>
                <a:spcPts val="425"/>
              </a:spcAft>
              <a:buClr>
                <a:srgbClr val="ffffff"/>
              </a:buClr>
              <a:buSzPct val="75000"/>
              <a:buFont typeface="Symbol" charset="2"/>
              <a:buChar char=""/>
            </a:pPr>
            <a:r>
              <a:rPr b="0" lang="en-GB" sz="1500" spc="-1" strike="noStrike">
                <a:solidFill>
                  <a:srgbClr val="ffffff"/>
                </a:solidFill>
                <a:latin typeface="Arial"/>
              </a:rPr>
              <a:t>Fourth Outline </a:t>
            </a:r>
            <a:r>
              <a:rPr b="0" lang="en-GB" sz="1500" spc="-1" strike="noStrike">
                <a:solidFill>
                  <a:srgbClr val="ffffff"/>
                </a:solidFill>
                <a:latin typeface="Arial"/>
              </a:rPr>
              <a:t>Level</a:t>
            </a:r>
            <a:endParaRPr b="0" lang="en-GB" sz="1500" spc="-1" strike="noStrike">
              <a:solidFill>
                <a:srgbClr val="ffffff"/>
              </a:solidFill>
              <a:latin typeface="Arial"/>
            </a:endParaRPr>
          </a:p>
          <a:p>
            <a:pPr lvl="4" marL="2160000" indent="-216000">
              <a:spcAft>
                <a:spcPts val="213"/>
              </a:spcAft>
              <a:buClr>
                <a:srgbClr val="ffffff"/>
              </a:buClr>
              <a:buSzPct val="45000"/>
              <a:buFont typeface="Wingdings" charset="2"/>
              <a:buChar char=""/>
            </a:pPr>
            <a:r>
              <a:rPr b="0" lang="en-GB" sz="1500" spc="-1" strike="noStrike">
                <a:solidFill>
                  <a:srgbClr val="ffffff"/>
                </a:solidFill>
                <a:latin typeface="Arial"/>
              </a:rPr>
              <a:t>Fifth </a:t>
            </a:r>
            <a:r>
              <a:rPr b="0" lang="en-GB" sz="1500" spc="-1" strike="noStrike">
                <a:solidFill>
                  <a:srgbClr val="ffffff"/>
                </a:solidFill>
                <a:latin typeface="Arial"/>
              </a:rPr>
              <a:t>Outline </a:t>
            </a:r>
            <a:r>
              <a:rPr b="0" lang="en-GB" sz="1500" spc="-1" strike="noStrike">
                <a:solidFill>
                  <a:srgbClr val="ffffff"/>
                </a:solidFill>
                <a:latin typeface="Arial"/>
              </a:rPr>
              <a:t>Level</a:t>
            </a:r>
            <a:endParaRPr b="0" lang="en-GB" sz="1500" spc="-1" strike="noStrike">
              <a:solidFill>
                <a:srgbClr val="ffffff"/>
              </a:solidFill>
              <a:latin typeface="Arial"/>
            </a:endParaRPr>
          </a:p>
          <a:p>
            <a:pPr lvl="5" marL="2592000" indent="-216000">
              <a:spcAft>
                <a:spcPts val="213"/>
              </a:spcAft>
              <a:buClr>
                <a:srgbClr val="ffffff"/>
              </a:buClr>
              <a:buSzPct val="45000"/>
              <a:buFont typeface="Wingdings" charset="2"/>
              <a:buChar char=""/>
            </a:pPr>
            <a:r>
              <a:rPr b="0" lang="en-GB" sz="1500" spc="-1" strike="noStrike">
                <a:solidFill>
                  <a:srgbClr val="ffffff"/>
                </a:solidFill>
                <a:latin typeface="Arial"/>
              </a:rPr>
              <a:t>Sixt</a:t>
            </a:r>
            <a:r>
              <a:rPr b="0" lang="en-GB" sz="1500" spc="-1" strike="noStrike">
                <a:solidFill>
                  <a:srgbClr val="ffffff"/>
                </a:solidFill>
                <a:latin typeface="Arial"/>
              </a:rPr>
              <a:t>h </a:t>
            </a:r>
            <a:r>
              <a:rPr b="0" lang="en-GB" sz="1500" spc="-1" strike="noStrike">
                <a:solidFill>
                  <a:srgbClr val="ffffff"/>
                </a:solidFill>
                <a:latin typeface="Arial"/>
              </a:rPr>
              <a:t>Outl</a:t>
            </a:r>
            <a:r>
              <a:rPr b="0" lang="en-GB" sz="1500" spc="-1" strike="noStrike">
                <a:solidFill>
                  <a:srgbClr val="ffffff"/>
                </a:solidFill>
                <a:latin typeface="Arial"/>
              </a:rPr>
              <a:t>ine </a:t>
            </a:r>
            <a:r>
              <a:rPr b="0" lang="en-GB" sz="1500" spc="-1" strike="noStrike">
                <a:solidFill>
                  <a:srgbClr val="ffffff"/>
                </a:solidFill>
                <a:latin typeface="Arial"/>
              </a:rPr>
              <a:t>Lev</a:t>
            </a:r>
            <a:r>
              <a:rPr b="0" lang="en-GB" sz="1500" spc="-1" strike="noStrike">
                <a:solidFill>
                  <a:srgbClr val="ffffff"/>
                </a:solidFill>
                <a:latin typeface="Arial"/>
              </a:rPr>
              <a:t>el</a:t>
            </a:r>
            <a:endParaRPr b="0" lang="en-GB" sz="1500" spc="-1" strike="noStrike">
              <a:solidFill>
                <a:srgbClr val="ffffff"/>
              </a:solidFill>
              <a:latin typeface="Arial"/>
            </a:endParaRPr>
          </a:p>
          <a:p>
            <a:pPr lvl="6" marL="3024000" indent="-216000">
              <a:spcAft>
                <a:spcPts val="213"/>
              </a:spcAft>
              <a:buClr>
                <a:srgbClr val="ffffff"/>
              </a:buClr>
              <a:buSzPct val="45000"/>
              <a:buFont typeface="Wingdings" charset="2"/>
              <a:buChar char=""/>
            </a:pPr>
            <a:r>
              <a:rPr b="0" lang="en-GB" sz="1500" spc="-1" strike="noStrike">
                <a:solidFill>
                  <a:srgbClr val="ffffff"/>
                </a:solidFill>
                <a:latin typeface="Arial"/>
              </a:rPr>
              <a:t>S</a:t>
            </a:r>
            <a:r>
              <a:rPr b="0" lang="en-GB" sz="1500" spc="-1" strike="noStrike">
                <a:solidFill>
                  <a:srgbClr val="ffffff"/>
                </a:solidFill>
                <a:latin typeface="Arial"/>
              </a:rPr>
              <a:t>e</a:t>
            </a:r>
            <a:r>
              <a:rPr b="0" lang="en-GB" sz="1500" spc="-1" strike="noStrike">
                <a:solidFill>
                  <a:srgbClr val="ffffff"/>
                </a:solidFill>
                <a:latin typeface="Arial"/>
              </a:rPr>
              <a:t>v</a:t>
            </a:r>
            <a:r>
              <a:rPr b="0" lang="en-GB" sz="1500" spc="-1" strike="noStrike">
                <a:solidFill>
                  <a:srgbClr val="ffffff"/>
                </a:solidFill>
                <a:latin typeface="Arial"/>
              </a:rPr>
              <a:t>e</a:t>
            </a:r>
            <a:r>
              <a:rPr b="0" lang="en-GB" sz="1500" spc="-1" strike="noStrike">
                <a:solidFill>
                  <a:srgbClr val="ffffff"/>
                </a:solidFill>
                <a:latin typeface="Arial"/>
              </a:rPr>
              <a:t>n</a:t>
            </a:r>
            <a:r>
              <a:rPr b="0" lang="en-GB" sz="1500" spc="-1" strike="noStrike">
                <a:solidFill>
                  <a:srgbClr val="ffffff"/>
                </a:solidFill>
                <a:latin typeface="Arial"/>
              </a:rPr>
              <a:t>t</a:t>
            </a:r>
            <a:r>
              <a:rPr b="0" lang="en-GB" sz="1500" spc="-1" strike="noStrike">
                <a:solidFill>
                  <a:srgbClr val="ffffff"/>
                </a:solidFill>
                <a:latin typeface="Arial"/>
              </a:rPr>
              <a:t>h</a:t>
            </a:r>
            <a:r>
              <a:rPr b="0" lang="en-GB" sz="1500" spc="-1" strike="noStrike">
                <a:solidFill>
                  <a:srgbClr val="ffffff"/>
                </a:solidFill>
                <a:latin typeface="Arial"/>
              </a:rPr>
              <a:t> </a:t>
            </a:r>
            <a:r>
              <a:rPr b="0" lang="en-GB" sz="1500" spc="-1" strike="noStrike">
                <a:solidFill>
                  <a:srgbClr val="ffffff"/>
                </a:solidFill>
                <a:latin typeface="Arial"/>
              </a:rPr>
              <a:t>O</a:t>
            </a:r>
            <a:r>
              <a:rPr b="0" lang="en-GB" sz="1500" spc="-1" strike="noStrike">
                <a:solidFill>
                  <a:srgbClr val="ffffff"/>
                </a:solidFill>
                <a:latin typeface="Arial"/>
              </a:rPr>
              <a:t>u</a:t>
            </a:r>
            <a:r>
              <a:rPr b="0" lang="en-GB" sz="1500" spc="-1" strike="noStrike">
                <a:solidFill>
                  <a:srgbClr val="ffffff"/>
                </a:solidFill>
                <a:latin typeface="Arial"/>
              </a:rPr>
              <a:t>t</a:t>
            </a:r>
            <a:r>
              <a:rPr b="0" lang="en-GB" sz="1500" spc="-1" strike="noStrike">
                <a:solidFill>
                  <a:srgbClr val="ffffff"/>
                </a:solidFill>
                <a:latin typeface="Arial"/>
              </a:rPr>
              <a:t>l</a:t>
            </a:r>
            <a:r>
              <a:rPr b="0" lang="en-GB" sz="1500" spc="-1" strike="noStrike">
                <a:solidFill>
                  <a:srgbClr val="ffffff"/>
                </a:solidFill>
                <a:latin typeface="Arial"/>
              </a:rPr>
              <a:t>i</a:t>
            </a:r>
            <a:r>
              <a:rPr b="0" lang="en-GB" sz="1500" spc="-1" strike="noStrike">
                <a:solidFill>
                  <a:srgbClr val="ffffff"/>
                </a:solidFill>
                <a:latin typeface="Arial"/>
              </a:rPr>
              <a:t>n</a:t>
            </a:r>
            <a:r>
              <a:rPr b="0" lang="en-GB" sz="1500" spc="-1" strike="noStrike">
                <a:solidFill>
                  <a:srgbClr val="ffffff"/>
                </a:solidFill>
                <a:latin typeface="Arial"/>
              </a:rPr>
              <a:t>e</a:t>
            </a:r>
            <a:r>
              <a:rPr b="0" lang="en-GB" sz="1500" spc="-1" strike="noStrike">
                <a:solidFill>
                  <a:srgbClr val="ffffff"/>
                </a:solidFill>
                <a:latin typeface="Arial"/>
              </a:rPr>
              <a:t> </a:t>
            </a:r>
            <a:r>
              <a:rPr b="0" lang="en-GB" sz="1500" spc="-1" strike="noStrike">
                <a:solidFill>
                  <a:srgbClr val="ffffff"/>
                </a:solidFill>
                <a:latin typeface="Arial"/>
              </a:rPr>
              <a:t>L</a:t>
            </a:r>
            <a:r>
              <a:rPr b="0" lang="en-GB" sz="1500" spc="-1" strike="noStrike">
                <a:solidFill>
                  <a:srgbClr val="ffffff"/>
                </a:solidFill>
                <a:latin typeface="Arial"/>
              </a:rPr>
              <a:t>e</a:t>
            </a:r>
            <a:r>
              <a:rPr b="0" lang="en-GB" sz="1500" spc="-1" strike="noStrike">
                <a:solidFill>
                  <a:srgbClr val="ffffff"/>
                </a:solidFill>
                <a:latin typeface="Arial"/>
              </a:rPr>
              <a:t>v</a:t>
            </a:r>
            <a:r>
              <a:rPr b="0" lang="en-GB" sz="1500" spc="-1" strike="noStrike">
                <a:solidFill>
                  <a:srgbClr val="ffffff"/>
                </a:solidFill>
                <a:latin typeface="Arial"/>
              </a:rPr>
              <a:t>e</a:t>
            </a:r>
            <a:r>
              <a:rPr b="0" lang="en-GB" sz="1500" spc="-1" strike="noStrike">
                <a:solidFill>
                  <a:srgbClr val="ffffff"/>
                </a:solidFill>
                <a:latin typeface="Arial"/>
              </a:rPr>
              <a:t>l</a:t>
            </a:r>
            <a:endParaRPr b="0" lang="en-GB" sz="1500" spc="-1" strike="noStrike">
              <a:solidFill>
                <a:srgbClr val="ffffff"/>
              </a:solidFill>
              <a:latin typeface="Arial"/>
            </a:endParaRPr>
          </a:p>
        </p:txBody>
      </p:sp>
      <p:sp>
        <p:nvSpPr>
          <p:cNvPr id="3" name="PlaceHolder 3"/>
          <p:cNvSpPr>
            <a:spLocks noGrp="1"/>
          </p:cNvSpPr>
          <p:nvPr>
            <p:ph type="dt" idx="1"/>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4" name="PlaceHolder 4"/>
          <p:cNvSpPr>
            <a:spLocks noGrp="1"/>
          </p:cNvSpPr>
          <p:nvPr>
            <p:ph type="ftr" idx="2"/>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5" name="PlaceHolder 5"/>
          <p:cNvSpPr>
            <a:spLocks noGrp="1"/>
          </p:cNvSpPr>
          <p:nvPr>
            <p:ph type="sldNum" idx="3"/>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CD0E9A63-76E8-473B-874F-91CAB245CA93}"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
        <p:nvSpPr>
          <p:cNvPr id="6" name=""/>
          <p:cNvSpPr/>
          <p:nvPr/>
        </p:nvSpPr>
        <p:spPr>
          <a:xfrm>
            <a:off x="1440000" y="108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7" name=""/>
          <p:cNvSpPr/>
          <p:nvPr/>
        </p:nvSpPr>
        <p:spPr>
          <a:xfrm>
            <a:off x="7380000" y="396000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8" name=""/>
          <p:cNvSpPr/>
          <p:nvPr/>
        </p:nvSpPr>
        <p:spPr>
          <a:xfrm>
            <a:off x="9000000" y="270000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9" name=""/>
          <p:cNvSpPr/>
          <p:nvPr/>
        </p:nvSpPr>
        <p:spPr>
          <a:xfrm>
            <a:off x="-180000" y="243000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0" name=""/>
          <p:cNvSpPr/>
          <p:nvPr/>
        </p:nvSpPr>
        <p:spPr>
          <a:xfrm>
            <a:off x="540000" y="108000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1" name=""/>
          <p:cNvSpPr/>
          <p:nvPr/>
        </p:nvSpPr>
        <p:spPr>
          <a:xfrm>
            <a:off x="0" y="126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2" name=""/>
          <p:cNvSpPr/>
          <p:nvPr/>
        </p:nvSpPr>
        <p:spPr>
          <a:xfrm>
            <a:off x="0" y="522000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3" name=""/>
          <p:cNvSpPr/>
          <p:nvPr/>
        </p:nvSpPr>
        <p:spPr>
          <a:xfrm>
            <a:off x="9720000" y="468000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4" name=""/>
          <p:cNvSpPr/>
          <p:nvPr/>
        </p:nvSpPr>
        <p:spPr>
          <a:xfrm>
            <a:off x="9540000" y="342000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5" name=""/>
          <p:cNvSpPr/>
          <p:nvPr/>
        </p:nvSpPr>
        <p:spPr>
          <a:xfrm>
            <a:off x="8100000" y="468000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16" name=""/>
          <p:cNvSpPr/>
          <p:nvPr/>
        </p:nvSpPr>
        <p:spPr>
          <a:xfrm>
            <a:off x="7920000" y="540000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360" y="360"/>
            <a:ext cx="10080000" cy="567000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2" name=""/>
          <p:cNvSpPr/>
          <p:nvPr/>
        </p:nvSpPr>
        <p:spPr>
          <a:xfrm flipH="1">
            <a:off x="-7200" y="0"/>
            <a:ext cx="10080360" cy="567036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3" name=""/>
          <p:cNvSpPr txBox="1"/>
          <p:nvPr/>
        </p:nvSpPr>
        <p:spPr>
          <a:xfrm>
            <a:off x="180360" y="5130360"/>
            <a:ext cx="2340000" cy="392400"/>
          </a:xfrm>
          <a:prstGeom prst="rect">
            <a:avLst/>
          </a:prstGeom>
          <a:noFill/>
          <a:ln w="0">
            <a:noFill/>
          </a:ln>
        </p:spPr>
        <p:txBody>
          <a:bodyPr lIns="0" rIns="0" tIns="0" bIns="0" anchor="b">
            <a:noAutofit/>
          </a:bodyPr>
          <a:p>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24" name=""/>
          <p:cNvSpPr txBox="1"/>
          <p:nvPr/>
        </p:nvSpPr>
        <p:spPr>
          <a:xfrm>
            <a:off x="7560360" y="5130360"/>
            <a:ext cx="2340000" cy="392400"/>
          </a:xfrm>
          <a:prstGeom prst="rect">
            <a:avLst/>
          </a:prstGeom>
          <a:noFill/>
          <a:ln w="0">
            <a:noFill/>
          </a:ln>
        </p:spPr>
        <p:txBody>
          <a:bodyPr lIns="0" rIns="0" tIns="0" bIns="0" anchor="b">
            <a:noAutofit/>
          </a:bodyPr>
          <a:p>
            <a:pPr algn="r"/>
            <a:fld id="{F88BFF86-30D7-41BB-9024-921EB6E3B660}"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
        <p:nvSpPr>
          <p:cNvPr id="25" name=""/>
          <p:cNvSpPr/>
          <p:nvPr/>
        </p:nvSpPr>
        <p:spPr>
          <a:xfrm>
            <a:off x="1440360" y="108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6" name=""/>
          <p:cNvSpPr/>
          <p:nvPr/>
        </p:nvSpPr>
        <p:spPr>
          <a:xfrm>
            <a:off x="7380360" y="396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7" name=""/>
          <p:cNvSpPr/>
          <p:nvPr/>
        </p:nvSpPr>
        <p:spPr>
          <a:xfrm>
            <a:off x="9000360" y="2700360"/>
            <a:ext cx="1260000" cy="108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8" name=""/>
          <p:cNvSpPr/>
          <p:nvPr/>
        </p:nvSpPr>
        <p:spPr>
          <a:xfrm>
            <a:off x="-179640" y="2430360"/>
            <a:ext cx="1440000" cy="135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29" name=""/>
          <p:cNvSpPr/>
          <p:nvPr/>
        </p:nvSpPr>
        <p:spPr>
          <a:xfrm>
            <a:off x="540360" y="108036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0" name=""/>
          <p:cNvSpPr/>
          <p:nvPr/>
        </p:nvSpPr>
        <p:spPr>
          <a:xfrm>
            <a:off x="360" y="126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1" name=""/>
          <p:cNvSpPr/>
          <p:nvPr/>
        </p:nvSpPr>
        <p:spPr>
          <a:xfrm>
            <a:off x="360" y="5220360"/>
            <a:ext cx="1620000" cy="1260000"/>
          </a:xfrm>
          <a:prstGeom prst="ellipse">
            <a:avLst/>
          </a:prstGeom>
          <a:solidFill>
            <a:srgbClr val="ffffff">
              <a:alpha val="1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2" name=""/>
          <p:cNvSpPr/>
          <p:nvPr/>
        </p:nvSpPr>
        <p:spPr>
          <a:xfrm>
            <a:off x="9720360" y="4680360"/>
            <a:ext cx="720000" cy="72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3" name=""/>
          <p:cNvSpPr/>
          <p:nvPr/>
        </p:nvSpPr>
        <p:spPr>
          <a:xfrm>
            <a:off x="9540360" y="342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4" name=""/>
          <p:cNvSpPr/>
          <p:nvPr/>
        </p:nvSpPr>
        <p:spPr>
          <a:xfrm>
            <a:off x="8100360" y="4680360"/>
            <a:ext cx="1080000" cy="8424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5" name=""/>
          <p:cNvSpPr/>
          <p:nvPr/>
        </p:nvSpPr>
        <p:spPr>
          <a:xfrm>
            <a:off x="7920360" y="5400360"/>
            <a:ext cx="900000" cy="900000"/>
          </a:xfrm>
          <a:prstGeom prst="ellipse">
            <a:avLst/>
          </a:prstGeom>
          <a:solidFill>
            <a:srgbClr val="ffffff">
              <a:alpha val="25000"/>
            </a:srgbClr>
          </a:solidFill>
          <a:ln w="0">
            <a:noFill/>
          </a:ln>
        </p:spPr>
        <p:style>
          <a:lnRef idx="0"/>
          <a:fillRef idx="0"/>
          <a:effectRef idx="0"/>
          <a:fontRef idx="minor"/>
        </p:style>
        <p:txBody>
          <a:bodyPr wrap="none" lIns="0" rIns="0" tIns="0" bIns="0" anchor="b">
            <a:noAutofit/>
          </a:bodyPr>
          <a:p>
            <a:endParaRPr b="0" lang="en-GB" sz="2400" spc="-1" strike="noStrike">
              <a:solidFill>
                <a:srgbClr val="ffffff"/>
              </a:solidFill>
              <a:latin typeface="Arial"/>
            </a:endParaRPr>
          </a:p>
        </p:txBody>
      </p:sp>
      <p:sp>
        <p:nvSpPr>
          <p:cNvPr id="3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to edit the title text format</a:t>
            </a:r>
            <a:endParaRPr b="0" lang="en-GB" sz="3300" spc="-1" strike="noStrike">
              <a:solidFill>
                <a:srgbClr val="ffffff"/>
              </a:solidFill>
              <a:latin typeface="Arial"/>
            </a:endParaRPr>
          </a:p>
        </p:txBody>
      </p:sp>
      <p:sp>
        <p:nvSpPr>
          <p:cNvPr id="37" name="PlaceHolder 2"/>
          <p:cNvSpPr>
            <a:spLocks noGrp="1"/>
          </p:cNvSpPr>
          <p:nvPr>
            <p:ph type="body"/>
          </p:nvPr>
        </p:nvSpPr>
        <p:spPr>
          <a:xfrm>
            <a:off x="540000" y="1440000"/>
            <a:ext cx="9000000" cy="3600000"/>
          </a:xfrm>
          <a:prstGeom prst="rect">
            <a:avLst/>
          </a:prstGeom>
          <a:solidFill>
            <a:srgbClr val="ffffff">
              <a:alpha val="50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Click to edit the outline text format</a:t>
            </a:r>
            <a:endParaRPr b="0" lang="en-GB" sz="2400" spc="-1" strike="noStrike">
              <a:solidFill>
                <a:srgbClr val="000000"/>
              </a:solidFill>
              <a:latin typeface="Arial"/>
            </a:endParaRPr>
          </a:p>
          <a:p>
            <a:pPr lvl="1" marL="864000" indent="-324000">
              <a:spcAft>
                <a:spcPts val="845"/>
              </a:spcAft>
              <a:buClr>
                <a:srgbClr val="000000"/>
              </a:buClr>
              <a:buSzPct val="75000"/>
              <a:buFont typeface="Symbol" charset="2"/>
              <a:buChar char=""/>
            </a:pPr>
            <a:r>
              <a:rPr b="0" lang="en-GB" sz="2100" spc="-1" strike="noStrike">
                <a:solidFill>
                  <a:srgbClr val="000000"/>
                </a:solidFill>
                <a:latin typeface="Arial"/>
              </a:rPr>
              <a:t>Second Outline Level</a:t>
            </a:r>
            <a:endParaRPr b="0" lang="en-GB" sz="2100" spc="-1" strike="noStrike">
              <a:solidFill>
                <a:srgbClr val="000000"/>
              </a:solidFill>
              <a:latin typeface="Arial"/>
            </a:endParaRPr>
          </a:p>
          <a:p>
            <a:pPr lvl="2" marL="1296000" indent="-288000">
              <a:spcAft>
                <a:spcPts val="632"/>
              </a:spcAft>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Aft>
                <a:spcPts val="425"/>
              </a:spcAft>
              <a:buClr>
                <a:srgbClr val="000000"/>
              </a:buClr>
              <a:buSzPct val="75000"/>
              <a:buFont typeface="Symbol" charset="2"/>
              <a:buChar char=""/>
            </a:pPr>
            <a:r>
              <a:rPr b="0" lang="en-GB" sz="1500" spc="-1" strike="noStrike">
                <a:solidFill>
                  <a:srgbClr val="000000"/>
                </a:solidFill>
                <a:latin typeface="Arial"/>
              </a:rPr>
              <a:t>Fourth Outline Level</a:t>
            </a:r>
            <a:endParaRPr b="0" lang="en-GB" sz="1500" spc="-1" strike="noStrike">
              <a:solidFill>
                <a:srgbClr val="000000"/>
              </a:solidFill>
              <a:latin typeface="Arial"/>
            </a:endParaRPr>
          </a:p>
          <a:p>
            <a:pPr lvl="4" marL="2160000" indent="-216000">
              <a:spcAft>
                <a:spcPts val="213"/>
              </a:spcAft>
              <a:buClr>
                <a:srgbClr val="000000"/>
              </a:buClr>
              <a:buSzPct val="45000"/>
              <a:buFont typeface="Wingdings" charset="2"/>
              <a:buChar char=""/>
            </a:pPr>
            <a:r>
              <a:rPr b="0" lang="en-GB" sz="1500" spc="-1" strike="noStrike">
                <a:solidFill>
                  <a:srgbClr val="000000"/>
                </a:solidFill>
                <a:latin typeface="Arial"/>
              </a:rPr>
              <a:t>Fifth Outline Level</a:t>
            </a:r>
            <a:endParaRPr b="0" lang="en-GB" sz="1500" spc="-1" strike="noStrike">
              <a:solidFill>
                <a:srgbClr val="000000"/>
              </a:solidFill>
              <a:latin typeface="Arial"/>
            </a:endParaRPr>
          </a:p>
          <a:p>
            <a:pPr lvl="5" marL="2592000" indent="-216000">
              <a:spcAft>
                <a:spcPts val="213"/>
              </a:spcAft>
              <a:buClr>
                <a:srgbClr val="000000"/>
              </a:buClr>
              <a:buSzPct val="45000"/>
              <a:buFont typeface="Wingdings" charset="2"/>
              <a:buChar char=""/>
            </a:pPr>
            <a:r>
              <a:rPr b="0" lang="en-GB" sz="1500" spc="-1" strike="noStrike">
                <a:solidFill>
                  <a:srgbClr val="000000"/>
                </a:solidFill>
                <a:latin typeface="Arial"/>
              </a:rPr>
              <a:t>Sixth Outline Level</a:t>
            </a:r>
            <a:endParaRPr b="0" lang="en-GB" sz="1500" spc="-1" strike="noStrike">
              <a:solidFill>
                <a:srgbClr val="000000"/>
              </a:solidFill>
              <a:latin typeface="Arial"/>
            </a:endParaRPr>
          </a:p>
          <a:p>
            <a:pPr lvl="6" marL="3024000" indent="-216000">
              <a:spcAft>
                <a:spcPts val="213"/>
              </a:spcAft>
              <a:buClr>
                <a:srgbClr val="000000"/>
              </a:buClr>
              <a:buSzPct val="45000"/>
              <a:buFont typeface="Wingdings" charset="2"/>
              <a:buChar char=""/>
            </a:pPr>
            <a:r>
              <a:rPr b="0" lang="en-GB" sz="1500" spc="-1" strike="noStrike">
                <a:solidFill>
                  <a:srgbClr val="000000"/>
                </a:solidFill>
                <a:latin typeface="Arial"/>
              </a:rPr>
              <a:t>Seventh Outline Level</a:t>
            </a:r>
            <a:endParaRPr b="0" lang="en-GB" sz="1500" spc="-1" strike="noStrike">
              <a:solidFill>
                <a:srgbClr val="000000"/>
              </a:solidFill>
              <a:latin typeface="Arial"/>
            </a:endParaRPr>
          </a:p>
        </p:txBody>
      </p:sp>
      <p:sp>
        <p:nvSpPr>
          <p:cNvPr id="38" name="PlaceHolder 3"/>
          <p:cNvSpPr>
            <a:spLocks noGrp="1"/>
          </p:cNvSpPr>
          <p:nvPr>
            <p:ph type="dt" idx="4"/>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ffffff"/>
                </a:solidFill>
                <a:latin typeface="Arial"/>
              </a:defRPr>
            </a:lvl1pPr>
          </a:lstStyle>
          <a:p>
            <a:pPr indent="0">
              <a:buNone/>
            </a:pPr>
            <a:r>
              <a:rPr b="0" lang="en-GB" sz="1400" spc="-1" strike="noStrike">
                <a:solidFill>
                  <a:srgbClr val="ffffff"/>
                </a:solidFill>
                <a:latin typeface="Arial"/>
              </a:rPr>
              <a:t>&lt;date/time&gt;</a:t>
            </a:r>
            <a:endParaRPr b="0" lang="en-GB" sz="1400" spc="-1" strike="noStrike">
              <a:solidFill>
                <a:srgbClr val="ffffff"/>
              </a:solidFill>
              <a:latin typeface="Arial"/>
            </a:endParaRPr>
          </a:p>
        </p:txBody>
      </p:sp>
      <p:sp>
        <p:nvSpPr>
          <p:cNvPr id="39" name="PlaceHolder 4"/>
          <p:cNvSpPr>
            <a:spLocks noGrp="1"/>
          </p:cNvSpPr>
          <p:nvPr>
            <p:ph type="ftr" idx="5"/>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ffffff"/>
                </a:solidFill>
                <a:latin typeface="Arial"/>
              </a:defRPr>
            </a:lvl1pPr>
          </a:lstStyle>
          <a:p>
            <a:pPr indent="0" algn="ctr">
              <a:buNone/>
            </a:pPr>
            <a:r>
              <a:rPr b="0" lang="en-GB" sz="1400" spc="-1" strike="noStrike">
                <a:solidFill>
                  <a:srgbClr val="ffffff"/>
                </a:solidFill>
                <a:latin typeface="Arial"/>
              </a:rPr>
              <a:t>&lt;footer&gt;</a:t>
            </a:r>
            <a:endParaRPr b="0" lang="en-GB" sz="1400" spc="-1" strike="noStrike">
              <a:solidFill>
                <a:srgbClr val="ffffff"/>
              </a:solidFill>
              <a:latin typeface="Arial"/>
            </a:endParaRPr>
          </a:p>
        </p:txBody>
      </p:sp>
      <p:sp>
        <p:nvSpPr>
          <p:cNvPr id="40" name="PlaceHolder 5"/>
          <p:cNvSpPr>
            <a:spLocks noGrp="1"/>
          </p:cNvSpPr>
          <p:nvPr>
            <p:ph type="sldNum" idx="6"/>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ffffff"/>
                </a:solidFill>
                <a:latin typeface="Arial"/>
              </a:defRPr>
            </a:lvl1pPr>
          </a:lstStyle>
          <a:p>
            <a:pPr indent="0" algn="r">
              <a:buNone/>
            </a:pPr>
            <a:fld id="{6FA15E48-9D9C-413A-B371-080E99B7CEB7}" type="slidenum">
              <a:rPr b="0" lang="en-GB" sz="1400" spc="-1" strike="noStrike">
                <a:solidFill>
                  <a:srgbClr val="ffffff"/>
                </a:solidFill>
                <a:latin typeface="Arial"/>
              </a:rPr>
              <a:t>&lt;number&gt;</a:t>
            </a:fld>
            <a:endParaRPr b="0" lang="en-GB" sz="14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
          <p:cNvSpPr/>
          <p:nvPr/>
        </p:nvSpPr>
        <p:spPr>
          <a:xfrm>
            <a:off x="0" y="360"/>
            <a:ext cx="10080000" cy="5669640"/>
          </a:xfrm>
          <a:prstGeom prst="rect">
            <a:avLst/>
          </a:prstGeom>
          <a:gradFill rotWithShape="0">
            <a:gsLst>
              <a:gs pos="30000">
                <a:srgbClr val="000032"/>
              </a:gs>
              <a:gs pos="100000">
                <a:srgbClr val="f60063"/>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4" name=""/>
          <p:cNvSpPr/>
          <p:nvPr/>
        </p:nvSpPr>
        <p:spPr>
          <a:xfrm flipH="1">
            <a:off x="-6840" y="0"/>
            <a:ext cx="10080360" cy="5670360"/>
          </a:xfrm>
          <a:prstGeom prst="rect">
            <a:avLst/>
          </a:prstGeom>
          <a:gradFill rotWithShape="0">
            <a:gsLst>
              <a:gs pos="0">
                <a:srgbClr val="ffffff">
                  <a:alpha val="90196"/>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5" name=""/>
          <p:cNvSpPr/>
          <p:nvPr/>
        </p:nvSpPr>
        <p:spPr>
          <a:xfrm>
            <a:off x="0" y="1260360"/>
            <a:ext cx="10260000" cy="4499640"/>
          </a:xfrm>
          <a:prstGeom prst="rect">
            <a:avLst/>
          </a:prstGeom>
          <a:solidFill>
            <a:srgbClr val="ffffff"/>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6" name=""/>
          <p:cNvSpPr txBox="1"/>
          <p:nvPr/>
        </p:nvSpPr>
        <p:spPr>
          <a:xfrm>
            <a:off x="180360" y="5130360"/>
            <a:ext cx="2340000" cy="392400"/>
          </a:xfrm>
          <a:prstGeom prst="rect">
            <a:avLst/>
          </a:prstGeom>
          <a:noFill/>
          <a:ln w="0">
            <a:noFill/>
          </a:ln>
        </p:spPr>
        <p:txBody>
          <a:bodyPr lIns="0" rIns="0" tIns="0" bIns="0" anchor="b">
            <a:noAutofit/>
          </a:bodyPr>
          <a:p>
            <a:r>
              <a:rPr b="0" lang="en-GB" sz="1400" spc="-1" strike="noStrike">
                <a:solidFill>
                  <a:srgbClr val="000000"/>
                </a:solidFill>
                <a:latin typeface="Arial"/>
              </a:rPr>
              <a:t>&lt;date/time&gt;</a:t>
            </a:r>
            <a:endParaRPr b="0" lang="en-GB" sz="1400" spc="-1" strike="noStrike">
              <a:solidFill>
                <a:srgbClr val="000000"/>
              </a:solidFill>
              <a:latin typeface="Arial"/>
            </a:endParaRPr>
          </a:p>
        </p:txBody>
      </p:sp>
      <p:sp>
        <p:nvSpPr>
          <p:cNvPr id="47" name=""/>
          <p:cNvSpPr txBox="1"/>
          <p:nvPr/>
        </p:nvSpPr>
        <p:spPr>
          <a:xfrm>
            <a:off x="7560360" y="5130360"/>
            <a:ext cx="2340000" cy="392400"/>
          </a:xfrm>
          <a:prstGeom prst="rect">
            <a:avLst/>
          </a:prstGeom>
          <a:noFill/>
          <a:ln w="0">
            <a:noFill/>
          </a:ln>
        </p:spPr>
        <p:txBody>
          <a:bodyPr lIns="0" rIns="0" tIns="0" bIns="0" anchor="b">
            <a:noAutofit/>
          </a:bodyPr>
          <a:p>
            <a:pPr algn="r"/>
            <a:fld id="{15743A11-037B-426C-BC0D-70F77A09AB25}"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
        <p:nvSpPr>
          <p:cNvPr id="48" name=""/>
          <p:cNvSpPr/>
          <p:nvPr/>
        </p:nvSpPr>
        <p:spPr>
          <a:xfrm>
            <a:off x="1440360" y="108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49" name=""/>
          <p:cNvSpPr/>
          <p:nvPr/>
        </p:nvSpPr>
        <p:spPr>
          <a:xfrm>
            <a:off x="7380360" y="3960360"/>
            <a:ext cx="1440000" cy="126000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0" name=""/>
          <p:cNvSpPr/>
          <p:nvPr/>
        </p:nvSpPr>
        <p:spPr>
          <a:xfrm>
            <a:off x="540360" y="1080360"/>
            <a:ext cx="720000" cy="72000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1" name=""/>
          <p:cNvSpPr/>
          <p:nvPr/>
        </p:nvSpPr>
        <p:spPr>
          <a:xfrm>
            <a:off x="360" y="1260360"/>
            <a:ext cx="720000" cy="72000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ndParaRPr>
          </a:p>
        </p:txBody>
      </p:sp>
      <p:sp>
        <p:nvSpPr>
          <p:cNvPr id="52"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Click to edit </a:t>
            </a:r>
            <a:r>
              <a:rPr b="0" lang="en-GB" sz="3300" spc="-1" strike="noStrike">
                <a:solidFill>
                  <a:srgbClr val="ffffff"/>
                </a:solidFill>
                <a:latin typeface="Arial"/>
              </a:rPr>
              <a:t>the title text </a:t>
            </a:r>
            <a:r>
              <a:rPr b="0" lang="en-GB" sz="3300" spc="-1" strike="noStrike">
                <a:solidFill>
                  <a:srgbClr val="ffffff"/>
                </a:solidFill>
                <a:latin typeface="Arial"/>
              </a:rPr>
              <a:t>format</a:t>
            </a:r>
            <a:endParaRPr b="0" lang="en-GB" sz="3300" spc="-1" strike="noStrike">
              <a:solidFill>
                <a:srgbClr val="ffffff"/>
              </a:solidFill>
              <a:latin typeface="Arial"/>
            </a:endParaRPr>
          </a:p>
        </p:txBody>
      </p:sp>
      <p:sp>
        <p:nvSpPr>
          <p:cNvPr id="53" name="PlaceHolder 2"/>
          <p:cNvSpPr>
            <a:spLocks noGrp="1"/>
          </p:cNvSpPr>
          <p:nvPr>
            <p:ph type="body"/>
          </p:nvPr>
        </p:nvSpPr>
        <p:spPr>
          <a:xfrm>
            <a:off x="540000" y="1440000"/>
            <a:ext cx="900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Click to edit the outline text format</a:t>
            </a:r>
            <a:endParaRPr b="0" lang="en-GB" sz="2400" spc="-1" strike="noStrike">
              <a:solidFill>
                <a:srgbClr val="000000"/>
              </a:solidFill>
              <a:latin typeface="Arial"/>
            </a:endParaRPr>
          </a:p>
          <a:p>
            <a:pPr lvl="1" marL="864000" indent="-324000">
              <a:spcAft>
                <a:spcPts val="850"/>
              </a:spcAft>
              <a:buClr>
                <a:srgbClr val="000000"/>
              </a:buClr>
              <a:buSzPct val="75000"/>
              <a:buFont typeface="Symbol" charset="2"/>
              <a:buChar char=""/>
            </a:pPr>
            <a:r>
              <a:rPr b="0" lang="en-GB" sz="2100" spc="-1" strike="noStrike">
                <a:solidFill>
                  <a:srgbClr val="000000"/>
                </a:solidFill>
                <a:latin typeface="Arial"/>
              </a:rPr>
              <a:t>Second Outline Level</a:t>
            </a:r>
            <a:endParaRPr b="0" lang="en-GB" sz="2100" spc="-1" strike="noStrike">
              <a:solidFill>
                <a:srgbClr val="000000"/>
              </a:solidFill>
              <a:latin typeface="Arial"/>
            </a:endParaRPr>
          </a:p>
          <a:p>
            <a:pPr lvl="2" marL="1296000" indent="-288000">
              <a:spcAft>
                <a:spcPts val="635"/>
              </a:spcAft>
              <a:buClr>
                <a:srgbClr val="000000"/>
              </a:buClr>
              <a:buSzPct val="45000"/>
              <a:buFont typeface="Wingdings" charset="2"/>
              <a:buChar char=""/>
            </a:pPr>
            <a:r>
              <a:rPr b="0" lang="en-GB" sz="1800" spc="-1" strike="noStrike">
                <a:solidFill>
                  <a:srgbClr val="000000"/>
                </a:solidFill>
                <a:latin typeface="Arial"/>
              </a:rPr>
              <a:t>Third Outline Level</a:t>
            </a:r>
            <a:endParaRPr b="0" lang="en-GB" sz="1800" spc="-1" strike="noStrike">
              <a:solidFill>
                <a:srgbClr val="000000"/>
              </a:solidFill>
              <a:latin typeface="Arial"/>
            </a:endParaRPr>
          </a:p>
          <a:p>
            <a:pPr lvl="3" marL="1728000" indent="-216000">
              <a:spcAft>
                <a:spcPts val="425"/>
              </a:spcAft>
              <a:buClr>
                <a:srgbClr val="000000"/>
              </a:buClr>
              <a:buSzPct val="75000"/>
              <a:buFont typeface="Symbol" charset="2"/>
              <a:buChar char=""/>
            </a:pPr>
            <a:r>
              <a:rPr b="0" lang="en-GB" sz="1500" spc="-1" strike="noStrike">
                <a:solidFill>
                  <a:srgbClr val="000000"/>
                </a:solidFill>
                <a:latin typeface="Arial"/>
              </a:rPr>
              <a:t>Fourth Outline Level</a:t>
            </a:r>
            <a:endParaRPr b="0" lang="en-GB" sz="1500" spc="-1" strike="noStrike">
              <a:solidFill>
                <a:srgbClr val="000000"/>
              </a:solidFill>
              <a:latin typeface="Arial"/>
            </a:endParaRPr>
          </a:p>
          <a:p>
            <a:pPr lvl="4" marL="2160000" indent="-216000">
              <a:spcAft>
                <a:spcPts val="213"/>
              </a:spcAft>
              <a:buClr>
                <a:srgbClr val="000000"/>
              </a:buClr>
              <a:buSzPct val="45000"/>
              <a:buFont typeface="Wingdings" charset="2"/>
              <a:buChar char=""/>
            </a:pPr>
            <a:r>
              <a:rPr b="0" lang="en-GB" sz="1500" spc="-1" strike="noStrike">
                <a:solidFill>
                  <a:srgbClr val="000000"/>
                </a:solidFill>
                <a:latin typeface="Arial"/>
              </a:rPr>
              <a:t>Fifth Outline Level</a:t>
            </a:r>
            <a:endParaRPr b="0" lang="en-GB" sz="1500" spc="-1" strike="noStrike">
              <a:solidFill>
                <a:srgbClr val="000000"/>
              </a:solidFill>
              <a:latin typeface="Arial"/>
            </a:endParaRPr>
          </a:p>
          <a:p>
            <a:pPr lvl="5" marL="2592000" indent="-216000">
              <a:spcAft>
                <a:spcPts val="213"/>
              </a:spcAft>
              <a:buClr>
                <a:srgbClr val="000000"/>
              </a:buClr>
              <a:buSzPct val="45000"/>
              <a:buFont typeface="Wingdings" charset="2"/>
              <a:buChar char=""/>
            </a:pPr>
            <a:r>
              <a:rPr b="0" lang="en-GB" sz="1500" spc="-1" strike="noStrike">
                <a:solidFill>
                  <a:srgbClr val="000000"/>
                </a:solidFill>
                <a:latin typeface="Arial"/>
              </a:rPr>
              <a:t>Sixth Outline Level</a:t>
            </a:r>
            <a:endParaRPr b="0" lang="en-GB" sz="1500" spc="-1" strike="noStrike">
              <a:solidFill>
                <a:srgbClr val="000000"/>
              </a:solidFill>
              <a:latin typeface="Arial"/>
            </a:endParaRPr>
          </a:p>
          <a:p>
            <a:pPr lvl="6" marL="3024000" indent="-216000">
              <a:spcAft>
                <a:spcPts val="213"/>
              </a:spcAft>
              <a:buClr>
                <a:srgbClr val="000000"/>
              </a:buClr>
              <a:buSzPct val="45000"/>
              <a:buFont typeface="Wingdings" charset="2"/>
              <a:buChar char=""/>
            </a:pPr>
            <a:r>
              <a:rPr b="0" lang="en-GB" sz="1500" spc="-1" strike="noStrike">
                <a:solidFill>
                  <a:srgbClr val="000000"/>
                </a:solidFill>
                <a:latin typeface="Arial"/>
              </a:rPr>
              <a:t>Seventh Outline Level</a:t>
            </a:r>
            <a:endParaRPr b="0" lang="en-GB" sz="1500" spc="-1" strike="noStrike">
              <a:solidFill>
                <a:srgbClr val="000000"/>
              </a:solidFill>
              <a:latin typeface="Arial"/>
            </a:endParaRPr>
          </a:p>
        </p:txBody>
      </p:sp>
      <p:sp>
        <p:nvSpPr>
          <p:cNvPr id="54" name="PlaceHolder 3"/>
          <p:cNvSpPr>
            <a:spLocks noGrp="1"/>
          </p:cNvSpPr>
          <p:nvPr>
            <p:ph type="dt" idx="7"/>
          </p:nvPr>
        </p:nvSpPr>
        <p:spPr>
          <a:xfrm>
            <a:off x="180000" y="5130000"/>
            <a:ext cx="2340000" cy="39240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Arial"/>
              </a:defRPr>
            </a:lvl1pPr>
          </a:lstStyle>
          <a:p>
            <a:pPr indent="0">
              <a:buNone/>
            </a:pPr>
            <a:r>
              <a:rPr b="0" lang="en-GB" sz="1400" spc="-1" strike="noStrike">
                <a:solidFill>
                  <a:srgbClr val="000000"/>
                </a:solidFill>
                <a:latin typeface="Arial"/>
              </a:rPr>
              <a:t>&lt;date/time&gt;</a:t>
            </a:r>
            <a:endParaRPr b="0" lang="en-GB" sz="1400" spc="-1" strike="noStrike">
              <a:solidFill>
                <a:srgbClr val="000000"/>
              </a:solidFill>
              <a:latin typeface="Arial"/>
            </a:endParaRPr>
          </a:p>
        </p:txBody>
      </p:sp>
      <p:sp>
        <p:nvSpPr>
          <p:cNvPr id="55" name="PlaceHolder 4"/>
          <p:cNvSpPr>
            <a:spLocks noGrp="1"/>
          </p:cNvSpPr>
          <p:nvPr>
            <p:ph type="ftr" idx="8"/>
          </p:nvPr>
        </p:nvSpPr>
        <p:spPr>
          <a:xfrm>
            <a:off x="3420000" y="5130000"/>
            <a:ext cx="3240000" cy="392400"/>
          </a:xfrm>
          <a:prstGeom prst="rect">
            <a:avLst/>
          </a:prstGeom>
          <a:noFill/>
          <a:ln w="0">
            <a:noFill/>
          </a:ln>
        </p:spPr>
        <p:txBody>
          <a:bodyPr lIns="0" rIns="0" tIns="0" bIns="0" anchor="b">
            <a:noAutofit/>
          </a:bodyPr>
          <a:lstStyle>
            <a:lvl1pPr indent="0" algn="ctr">
              <a:buNone/>
              <a:defRPr b="0" lang="en-GB" sz="1400" spc="-1" strike="noStrike">
                <a:solidFill>
                  <a:srgbClr val="000000"/>
                </a:solidFill>
                <a:latin typeface="Arial"/>
              </a:defRPr>
            </a:lvl1pPr>
          </a:lstStyle>
          <a:p>
            <a:pPr indent="0" algn="ctr">
              <a:buNone/>
            </a:pPr>
            <a:r>
              <a:rPr b="0" lang="en-GB" sz="1400" spc="-1" strike="noStrike">
                <a:solidFill>
                  <a:srgbClr val="000000"/>
                </a:solidFill>
                <a:latin typeface="Arial"/>
              </a:rPr>
              <a:t>&lt;footer&gt;</a:t>
            </a:r>
            <a:endParaRPr b="0" lang="en-GB" sz="1400" spc="-1" strike="noStrike">
              <a:solidFill>
                <a:srgbClr val="000000"/>
              </a:solidFill>
              <a:latin typeface="Arial"/>
            </a:endParaRPr>
          </a:p>
        </p:txBody>
      </p:sp>
      <p:sp>
        <p:nvSpPr>
          <p:cNvPr id="56" name="PlaceHolder 5"/>
          <p:cNvSpPr>
            <a:spLocks noGrp="1"/>
          </p:cNvSpPr>
          <p:nvPr>
            <p:ph type="sldNum" idx="9"/>
          </p:nvPr>
        </p:nvSpPr>
        <p:spPr>
          <a:xfrm>
            <a:off x="7560000" y="5130000"/>
            <a:ext cx="2340000" cy="39240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Arial"/>
              </a:defRPr>
            </a:lvl1pPr>
          </a:lstStyle>
          <a:p>
            <a:pPr indent="0" algn="r">
              <a:buNone/>
            </a:pPr>
            <a:fld id="{ADB6C65D-53A5-4067-9EAC-37776BF67717}"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4" r:id="rId2"/>
    <p:sldLayoutId id="2147483655"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p:nvPr/>
        </p:nvSpPr>
        <p:spPr>
          <a:xfrm>
            <a:off x="360" y="0"/>
            <a:ext cx="10078920" cy="5668560"/>
          </a:xfrm>
          <a:prstGeom prst="rect">
            <a:avLst/>
          </a:prstGeom>
          <a:gradFill rotWithShape="0">
            <a:gsLst>
              <a:gs pos="30000">
                <a:srgbClr val="000032">
                  <a:alpha val="70000"/>
                </a:srgbClr>
              </a:gs>
              <a:gs pos="100000">
                <a:srgbClr val="f60063">
                  <a:alpha val="70000"/>
                </a:srgbClr>
              </a:gs>
            </a:gsLst>
            <a:lin ang="4200000"/>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2" name=""/>
          <p:cNvSpPr/>
          <p:nvPr/>
        </p:nvSpPr>
        <p:spPr>
          <a:xfrm flipH="1">
            <a:off x="-5040" y="0"/>
            <a:ext cx="10079280" cy="5669280"/>
          </a:xfrm>
          <a:prstGeom prst="rect">
            <a:avLst/>
          </a:prstGeom>
          <a:gradFill rotWithShape="0">
            <a:gsLst>
              <a:gs pos="0">
                <a:srgbClr val="ffffff">
                  <a:alpha val="90000"/>
                </a:srgbClr>
              </a:gs>
              <a:gs pos="75000">
                <a:srgbClr val="ffffff">
                  <a:alpha val="20000"/>
                </a:srgbClr>
              </a:gs>
            </a:gsLst>
            <a:path path="circle">
              <a:fillToRect l="50000" t="85000" r="50000" b="15000"/>
            </a:path>
          </a:gra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3" name=""/>
          <p:cNvSpPr/>
          <p:nvPr/>
        </p:nvSpPr>
        <p:spPr>
          <a:xfrm>
            <a:off x="360" y="1260000"/>
            <a:ext cx="10258920" cy="4498560"/>
          </a:xfrm>
          <a:prstGeom prst="rect">
            <a:avLst/>
          </a:prstGeom>
          <a:solidFill>
            <a:srgbClr val="ffffff">
              <a:alpha val="7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4" name=""/>
          <p:cNvSpPr/>
          <p:nvPr/>
        </p:nvSpPr>
        <p:spPr>
          <a:xfrm>
            <a:off x="180000" y="5129640"/>
            <a:ext cx="2339640" cy="392040"/>
          </a:xfrm>
          <a:prstGeom prst="rect">
            <a:avLst/>
          </a:prstGeom>
          <a:noFill/>
          <a:ln w="0">
            <a:noFill/>
          </a:ln>
        </p:spPr>
        <p:style>
          <a:lnRef idx="0"/>
          <a:fillRef idx="0"/>
          <a:effectRef idx="0"/>
          <a:fontRef idx="minor"/>
        </p:style>
        <p:txBody>
          <a:bodyPr lIns="0" rIns="0" tIns="0" bIns="0" anchor="b">
            <a:noAutofit/>
          </a:bodyPr>
          <a:p>
            <a:pPr>
              <a:lnSpc>
                <a:spcPct val="100000"/>
              </a:lnSpc>
            </a:pPr>
            <a:r>
              <a:rPr b="0" lang="en-GB" sz="1400" spc="-1" strike="noStrike">
                <a:solidFill>
                  <a:srgbClr val="000000"/>
                </a:solidFill>
                <a:latin typeface="Arial"/>
              </a:rPr>
              <a:t>&lt;date/time&gt;</a:t>
            </a:r>
            <a:endParaRPr b="0" lang="en-GB" sz="1400" spc="-1" strike="noStrike">
              <a:solidFill>
                <a:srgbClr val="ffffff"/>
              </a:solidFill>
              <a:latin typeface="Arial"/>
            </a:endParaRPr>
          </a:p>
        </p:txBody>
      </p:sp>
      <p:sp>
        <p:nvSpPr>
          <p:cNvPr id="65" name=""/>
          <p:cNvSpPr/>
          <p:nvPr/>
        </p:nvSpPr>
        <p:spPr>
          <a:xfrm>
            <a:off x="7559640" y="5129640"/>
            <a:ext cx="2339640" cy="392040"/>
          </a:xfrm>
          <a:prstGeom prst="rect">
            <a:avLst/>
          </a:prstGeom>
          <a:noFill/>
          <a:ln w="0">
            <a:noFill/>
          </a:ln>
        </p:spPr>
        <p:style>
          <a:lnRef idx="0"/>
          <a:fillRef idx="0"/>
          <a:effectRef idx="0"/>
          <a:fontRef idx="minor"/>
        </p:style>
        <p:txBody>
          <a:bodyPr lIns="0" rIns="0" tIns="0" bIns="0" anchor="b">
            <a:noAutofit/>
          </a:bodyPr>
          <a:p>
            <a:pPr algn="r">
              <a:lnSpc>
                <a:spcPct val="100000"/>
              </a:lnSpc>
            </a:pPr>
            <a:fld id="{58EE6A19-FE33-45A6-BD98-95D9D6101D13}" type="slidenum">
              <a:rPr b="0" lang="en-GB" sz="1400" spc="-1" strike="noStrike">
                <a:solidFill>
                  <a:srgbClr val="000000"/>
                </a:solidFill>
                <a:latin typeface="Arial"/>
              </a:rPr>
              <a:t>&lt;number&gt;</a:t>
            </a:fld>
            <a:endParaRPr b="0" lang="en-GB" sz="1400" spc="-1" strike="noStrike">
              <a:solidFill>
                <a:srgbClr val="ffffff"/>
              </a:solidFill>
              <a:latin typeface="Arial"/>
            </a:endParaRPr>
          </a:p>
        </p:txBody>
      </p:sp>
      <p:sp>
        <p:nvSpPr>
          <p:cNvPr id="66" name=""/>
          <p:cNvSpPr/>
          <p:nvPr/>
        </p:nvSpPr>
        <p:spPr>
          <a:xfrm>
            <a:off x="1440000" y="1080000"/>
            <a:ext cx="1439640" cy="125964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7" name=""/>
          <p:cNvSpPr/>
          <p:nvPr/>
        </p:nvSpPr>
        <p:spPr>
          <a:xfrm>
            <a:off x="7379640" y="3959640"/>
            <a:ext cx="1439640" cy="1259640"/>
          </a:xfrm>
          <a:prstGeom prst="ellipse">
            <a:avLst/>
          </a:prstGeom>
          <a:solidFill>
            <a:srgbClr val="ffffff">
              <a:alpha val="3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8" name=""/>
          <p:cNvSpPr/>
          <p:nvPr/>
        </p:nvSpPr>
        <p:spPr>
          <a:xfrm>
            <a:off x="540000" y="1080000"/>
            <a:ext cx="719640" cy="719640"/>
          </a:xfrm>
          <a:prstGeom prst="ellipse">
            <a:avLst/>
          </a:prstGeom>
          <a:solidFill>
            <a:srgbClr val="ffffff">
              <a:alpha val="2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69" name=""/>
          <p:cNvSpPr/>
          <p:nvPr/>
        </p:nvSpPr>
        <p:spPr>
          <a:xfrm>
            <a:off x="360" y="1260000"/>
            <a:ext cx="719640" cy="719640"/>
          </a:xfrm>
          <a:prstGeom prst="ellipse">
            <a:avLst/>
          </a:prstGeom>
          <a:solidFill>
            <a:srgbClr val="ffffff">
              <a:alpha val="10000"/>
            </a:srgbClr>
          </a:solidFill>
          <a:ln w="0">
            <a:noFill/>
          </a:ln>
        </p:spPr>
        <p:style>
          <a:lnRef idx="0"/>
          <a:fillRef idx="0"/>
          <a:effectRef idx="0"/>
          <a:fontRef idx="minor"/>
        </p:style>
        <p:txBody>
          <a:bodyPr wrap="none" lIns="0" rIns="0" tIns="0" bIns="0" anchor="b">
            <a:noAutofit/>
          </a:bodyPr>
          <a:p>
            <a:endParaRPr b="0" lang="en-GB" sz="2400" spc="-1" strike="noStrike">
              <a:solidFill>
                <a:srgbClr val="000000"/>
              </a:solidFill>
              <a:latin typeface="Arial"/>
              <a:ea typeface="DejaVu Sans"/>
            </a:endParaRPr>
          </a:p>
        </p:txBody>
      </p:sp>
      <p:sp>
        <p:nvSpPr>
          <p:cNvPr id="70" name="PlaceHolder 1"/>
          <p:cNvSpPr>
            <a:spLocks noGrp="1"/>
          </p:cNvSpPr>
          <p:nvPr>
            <p:ph type="title"/>
          </p:nvPr>
        </p:nvSpPr>
        <p:spPr>
          <a:xfrm>
            <a:off x="539640" y="269640"/>
            <a:ext cx="8998920" cy="98964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71" name="PlaceHolder 2"/>
          <p:cNvSpPr>
            <a:spLocks noGrp="1"/>
          </p:cNvSpPr>
          <p:nvPr>
            <p:ph type="body"/>
          </p:nvPr>
        </p:nvSpPr>
        <p:spPr>
          <a:xfrm>
            <a:off x="539640" y="1439640"/>
            <a:ext cx="8998920" cy="3599280"/>
          </a:xfrm>
          <a:prstGeom prst="rect">
            <a:avLst/>
          </a:prstGeom>
          <a:noFill/>
          <a:ln w="0">
            <a:noFill/>
          </a:ln>
        </p:spPr>
        <p:txBody>
          <a:bodyPr lIns="0" rIns="0" tIns="0" bIns="0" anchor="t">
            <a:normAutofit/>
          </a:bodyPr>
          <a:p>
            <a:pPr marL="432000" indent="-324000">
              <a:spcBef>
                <a:spcPts val="1414"/>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1"/>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48"/>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4"/>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1"/>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1"/>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1"/>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
        <p:nvSpPr>
          <p:cNvPr id="72" name="PlaceHolder 3"/>
          <p:cNvSpPr>
            <a:spLocks noGrp="1"/>
          </p:cNvSpPr>
          <p:nvPr>
            <p:ph type="ftr" idx="10"/>
          </p:nvPr>
        </p:nvSpPr>
        <p:spPr>
          <a:xfrm>
            <a:off x="3419640" y="5129280"/>
            <a:ext cx="3239280" cy="392040"/>
          </a:xfrm>
          <a:prstGeom prst="rect">
            <a:avLst/>
          </a:prstGeom>
          <a:noFill/>
          <a:ln w="0">
            <a:noFill/>
          </a:ln>
        </p:spPr>
        <p:txBody>
          <a:bodyPr lIns="0" rIns="0" tIns="0" bIns="0" anchor="b">
            <a:noAutofit/>
          </a:bodyPr>
          <a:lstStyle>
            <a:lvl1pPr indent="0" algn="ctr">
              <a:lnSpc>
                <a:spcPct val="100000"/>
              </a:lnSpc>
              <a:buNone/>
              <a:tabLst>
                <a:tab algn="l" pos="0"/>
              </a:tabLst>
              <a:defRPr b="0" lang="en-GB" sz="1400" spc="-1" strike="noStrike">
                <a:solidFill>
                  <a:srgbClr val="000000"/>
                </a:solidFill>
                <a:latin typeface="Arial"/>
              </a:defRPr>
            </a:lvl1pPr>
          </a:lstStyle>
          <a:p>
            <a:pPr indent="0" algn="ctr">
              <a:lnSpc>
                <a:spcPct val="100000"/>
              </a:lnSpc>
              <a:buNone/>
              <a:tabLst>
                <a:tab algn="l" pos="0"/>
              </a:tabLst>
            </a:pPr>
            <a:r>
              <a:rPr b="0" lang="en-GB" sz="1400" spc="-1" strike="noStrike">
                <a:solidFill>
                  <a:srgbClr val="000000"/>
                </a:solidFill>
                <a:latin typeface="Arial"/>
              </a:rPr>
              <a:t>&lt;footer&gt;</a:t>
            </a:r>
            <a:endParaRPr b="0" lang="en-GB" sz="1400" spc="-1" strike="noStrike">
              <a:solidFill>
                <a:srgbClr val="000000"/>
              </a:solidFill>
              <a:latin typeface="Arial"/>
            </a:endParaRPr>
          </a:p>
        </p:txBody>
      </p:sp>
      <p:sp>
        <p:nvSpPr>
          <p:cNvPr id="73" name="PlaceHolder 4"/>
          <p:cNvSpPr>
            <a:spLocks noGrp="1"/>
          </p:cNvSpPr>
          <p:nvPr>
            <p:ph type="sldNum" idx="11"/>
          </p:nvPr>
        </p:nvSpPr>
        <p:spPr>
          <a:xfrm>
            <a:off x="7559280" y="5129280"/>
            <a:ext cx="2339640" cy="392040"/>
          </a:xfrm>
          <a:prstGeom prst="rect">
            <a:avLst/>
          </a:prstGeom>
          <a:noFill/>
          <a:ln w="0">
            <a:noFill/>
          </a:ln>
        </p:spPr>
        <p:txBody>
          <a:bodyPr lIns="0" rIns="0" tIns="0" bIns="0" anchor="b">
            <a:noAutofit/>
          </a:bodyPr>
          <a:lstStyle>
            <a:lvl1pPr indent="0" algn="r">
              <a:lnSpc>
                <a:spcPct val="100000"/>
              </a:lnSpc>
              <a:buNone/>
              <a:tabLst>
                <a:tab algn="l" pos="0"/>
              </a:tabLst>
              <a:defRPr b="0" lang="en-GB" sz="1400" spc="-1" strike="noStrike">
                <a:solidFill>
                  <a:srgbClr val="000000"/>
                </a:solidFill>
                <a:latin typeface="Arial"/>
              </a:defRPr>
            </a:lvl1pPr>
          </a:lstStyle>
          <a:p>
            <a:pPr indent="0" algn="r">
              <a:lnSpc>
                <a:spcPct val="100000"/>
              </a:lnSpc>
              <a:buNone/>
              <a:tabLst>
                <a:tab algn="l" pos="0"/>
              </a:tabLst>
            </a:pPr>
            <a:fld id="{839894BC-6611-4933-A472-3AA4BBEE05ED}" type="slidenum">
              <a:rPr b="0" lang="en-GB" sz="1400" spc="-1" strike="noStrike">
                <a:solidFill>
                  <a:srgbClr val="000000"/>
                </a:solidFill>
                <a:latin typeface="Arial"/>
              </a:rPr>
              <a:t>&lt;number&gt;</a:t>
            </a:fld>
            <a:endParaRPr b="0" lang="en-GB" sz="1400" spc="-1" strike="noStrike">
              <a:solidFill>
                <a:srgbClr val="000000"/>
              </a:solidFill>
              <a:latin typeface="Arial"/>
            </a:endParaRPr>
          </a:p>
        </p:txBody>
      </p:sp>
      <p:sp>
        <p:nvSpPr>
          <p:cNvPr id="74" name="PlaceHolder 5"/>
          <p:cNvSpPr>
            <a:spLocks noGrp="1"/>
          </p:cNvSpPr>
          <p:nvPr>
            <p:ph type="dt" idx="12"/>
          </p:nvPr>
        </p:nvSpPr>
        <p:spPr>
          <a:xfrm>
            <a:off x="179640" y="5129280"/>
            <a:ext cx="2339640" cy="3920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Arial"/>
              </a:defRPr>
            </a:lvl1pPr>
          </a:lstStyle>
          <a:p>
            <a:pPr indent="0">
              <a:buNone/>
            </a:pPr>
            <a:r>
              <a:rPr b="0" lang="en-GB" sz="1400" spc="-1" strike="noStrike">
                <a:solidFill>
                  <a:srgbClr val="000000"/>
                </a:solidFill>
                <a:latin typeface="Arial"/>
              </a:rPr>
              <a:t>&lt;date/time&gt;</a:t>
            </a:r>
            <a:endParaRPr b="0" lang="en-GB"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3.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5.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slideLayout" Target="../slideLayouts/slideLayout4.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slideLayout" Target="../slideLayouts/slideLayout4.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4.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video" Target="file:///home/wnd22/Documents/Research/Will_CPT/python_files/Perturbations_periodic_universe/figures/python_files/Perturbations_periodic_universe/figures/APS_2025/quantum_fluctuation.mp4" TargetMode="External"/><Relationship Id="rId3" Type="http://schemas.microsoft.com/office/2007/relationships/media" Target="file:///home/wnd22/Documents/Research/Will_CPT/python_files/Perturbations_periodic_universe/figures/python_files/Perturbations_periodic_universe/figures/APS_2025/quantum_fluctuation.mp4" TargetMode="External"/><Relationship Id="rId4" Type="http://schemas.openxmlformats.org/officeDocument/2006/relationships/image" Target="../media/image15.png"/><Relationship Id="rId5" Type="http://schemas.openxmlformats.org/officeDocument/2006/relationships/slideLayout" Target="../slideLayouts/slideLayout4.xml"/><Relationship Id="rId6"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9.png"/><Relationship Id="rId3"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video" Target="file:///home/wnd22/Documents/Research/Will_CPT/python_files/Perturbations_periodic_universe/theta_kint_animation.mp4" TargetMode="External"/><Relationship Id="rId3" Type="http://schemas.microsoft.com/office/2007/relationships/media" Target="file:///home/wnd22/Documents/Research/Will_CPT/python_files/Perturbations_periodic_universe/theta_kint_animation.mp4" TargetMode="External"/><Relationship Id="rId4" Type="http://schemas.openxmlformats.org/officeDocument/2006/relationships/image" Target="../media/image20.png"/><Relationship Id="rId5"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68360" y="540000"/>
            <a:ext cx="9071640" cy="9468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Predicting Spatial Curvature ΩK in globally </a:t>
            </a:r>
            <a:br>
              <a:rPr sz="3300"/>
            </a:br>
            <a:r>
              <a:rPr b="0" lang="en-GB" sz="3300" spc="-1" strike="noStrike">
                <a:solidFill>
                  <a:srgbClr val="ffffff"/>
                </a:solidFill>
                <a:latin typeface="Arial"/>
              </a:rPr>
              <a:t>CPT-symmetric universes</a:t>
            </a:r>
            <a:endParaRPr b="0" lang="en-GB" sz="3300" spc="-1" strike="noStrike">
              <a:solidFill>
                <a:srgbClr val="ffffff"/>
              </a:solidFill>
              <a:latin typeface="Arial"/>
            </a:endParaRPr>
          </a:p>
        </p:txBody>
      </p:sp>
      <p:sp>
        <p:nvSpPr>
          <p:cNvPr id="82" name="PlaceHolder 2"/>
          <p:cNvSpPr>
            <a:spLocks noGrp="1"/>
          </p:cNvSpPr>
          <p:nvPr>
            <p:ph type="subTitle"/>
          </p:nvPr>
        </p:nvSpPr>
        <p:spPr>
          <a:xfrm>
            <a:off x="468360" y="1620000"/>
            <a:ext cx="9071640" cy="900000"/>
          </a:xfrm>
          <a:prstGeom prst="rect">
            <a:avLst/>
          </a:prstGeom>
          <a:noFill/>
          <a:ln w="0">
            <a:noFill/>
          </a:ln>
        </p:spPr>
        <p:txBody>
          <a:bodyPr lIns="0" rIns="0" tIns="0" bIns="0" anchor="ctr">
            <a:noAutofit/>
          </a:bodyPr>
          <a:p>
            <a:pPr indent="0" algn="ctr">
              <a:buNone/>
            </a:pPr>
            <a:r>
              <a:rPr b="1" lang="en-GB" sz="2400" spc="-1" strike="noStrike">
                <a:solidFill>
                  <a:srgbClr val="dddddd"/>
                </a:solidFill>
                <a:latin typeface="Arial"/>
              </a:rPr>
              <a:t>Wei-Ning Deng</a:t>
            </a:r>
            <a:r>
              <a:rPr b="0" lang="en-GB" sz="2400" spc="-1" strike="noStrike">
                <a:solidFill>
                  <a:srgbClr val="dddddd"/>
                </a:solidFill>
                <a:latin typeface="Arial"/>
              </a:rPr>
              <a:t>, University of Cambrige</a:t>
            </a:r>
            <a:endParaRPr b="0" lang="en-GB" sz="2400" spc="-1" strike="noStrike">
              <a:solidFill>
                <a:srgbClr val="ffffff"/>
              </a:solidFill>
              <a:latin typeface="Arial"/>
            </a:endParaRPr>
          </a:p>
          <a:p>
            <a:pPr indent="0" algn="ctr">
              <a:buNone/>
            </a:pPr>
            <a:r>
              <a:rPr b="0" lang="en-GB" sz="2400" spc="-1" strike="noStrike">
                <a:solidFill>
                  <a:srgbClr val="dddddd"/>
                </a:solidFill>
                <a:latin typeface="Arial"/>
              </a:rPr>
              <a:t>March 19</a:t>
            </a:r>
            <a:r>
              <a:rPr b="0" lang="en-GB" sz="2400" spc="-1" strike="noStrike" baseline="33000">
                <a:solidFill>
                  <a:srgbClr val="dddddd"/>
                </a:solidFill>
                <a:latin typeface="Arial"/>
              </a:rPr>
              <a:t>th</a:t>
            </a:r>
            <a:r>
              <a:rPr b="0" lang="en-GB" sz="2400" spc="-1" strike="noStrike">
                <a:solidFill>
                  <a:srgbClr val="dddddd"/>
                </a:solidFill>
                <a:latin typeface="Arial"/>
              </a:rPr>
              <a:t>, APS meeting</a:t>
            </a:r>
            <a:endParaRPr b="0" lang="en-GB" sz="2400" spc="-1" strike="noStrike">
              <a:solidFill>
                <a:srgbClr val="ffffff"/>
              </a:solidFill>
              <a:latin typeface="Arial"/>
            </a:endParaRPr>
          </a:p>
        </p:txBody>
      </p:sp>
      <p:pic>
        <p:nvPicPr>
          <p:cNvPr id="83" name="" descr=""/>
          <p:cNvPicPr/>
          <p:nvPr/>
        </p:nvPicPr>
        <p:blipFill>
          <a:blip r:embed="rId1">
            <a:alphaModFix amt="70000"/>
          </a:blip>
          <a:stretch/>
        </p:blipFill>
        <p:spPr>
          <a:xfrm>
            <a:off x="360" y="2682000"/>
            <a:ext cx="10079640" cy="2988000"/>
          </a:xfrm>
          <a:prstGeom prst="rect">
            <a:avLst/>
          </a:prstGeom>
          <a:ln w="1800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Challenges in Cosmology and SM of Physics</a:t>
            </a:r>
            <a:endParaRPr b="0" lang="en-GB" sz="3300" spc="-1" strike="noStrike">
              <a:solidFill>
                <a:srgbClr val="ffffff"/>
              </a:solidFill>
              <a:latin typeface="Arial"/>
            </a:endParaRPr>
          </a:p>
        </p:txBody>
      </p:sp>
      <p:sp>
        <p:nvSpPr>
          <p:cNvPr id="85"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57"/>
              </a:spcAft>
              <a:buNone/>
            </a:pPr>
            <a:endParaRPr b="0" lang="en-GB" sz="2400" spc="-1" strike="noStrike">
              <a:solidFill>
                <a:srgbClr val="000000"/>
              </a:solidFill>
              <a:latin typeface="Arial"/>
            </a:endParaRPr>
          </a:p>
        </p:txBody>
      </p:sp>
      <p:sp>
        <p:nvSpPr>
          <p:cNvPr id="86" name=""/>
          <p:cNvSpPr/>
          <p:nvPr/>
        </p:nvSpPr>
        <p:spPr>
          <a:xfrm>
            <a:off x="1944000" y="1620000"/>
            <a:ext cx="1080000" cy="360000"/>
          </a:xfrm>
          <a:prstGeom prst="rect">
            <a:avLst/>
          </a:prstGeom>
          <a:solidFill>
            <a:srgbClr val="ffffff">
              <a:alpha val="70000"/>
            </a:srgbClr>
          </a:solidFill>
          <a:ln w="6480">
            <a:solidFill>
              <a:srgbClr val="000032"/>
            </a:solidFill>
            <a:round/>
          </a:ln>
        </p:spPr>
        <p:style>
          <a:lnRef idx="0"/>
          <a:fillRef idx="0"/>
          <a:effectRef idx="0"/>
          <a:fontRef idx="minor"/>
        </p:style>
        <p:txBody>
          <a:bodyPr wrap="none" lIns="84240" rIns="84240" tIns="39240" bIns="39240" anchor="ctr">
            <a:noAutofit/>
          </a:bodyPr>
          <a:p>
            <a:pPr algn="ctr"/>
            <a:r>
              <a:rPr b="0" lang="en-GB" sz="2400" spc="-1" strike="noStrike">
                <a:solidFill>
                  <a:srgbClr val="000000"/>
                </a:solidFill>
                <a:latin typeface="Arial"/>
              </a:rPr>
              <a:t>DM</a:t>
            </a:r>
            <a:endParaRPr b="0" lang="en-GB" sz="2400" spc="-1" strike="noStrike">
              <a:solidFill>
                <a:srgbClr val="000000"/>
              </a:solidFill>
              <a:latin typeface="Arial"/>
            </a:endParaRPr>
          </a:p>
        </p:txBody>
      </p:sp>
      <p:sp>
        <p:nvSpPr>
          <p:cNvPr id="87" name=""/>
          <p:cNvSpPr/>
          <p:nvPr/>
        </p:nvSpPr>
        <p:spPr>
          <a:xfrm>
            <a:off x="6084000" y="1440000"/>
            <a:ext cx="3240000" cy="540000"/>
          </a:xfrm>
          <a:prstGeom prst="rect">
            <a:avLst/>
          </a:prstGeom>
          <a:solidFill>
            <a:srgbClr val="ffffff">
              <a:alpha val="70000"/>
            </a:srgbClr>
          </a:solidFill>
          <a:ln w="6480">
            <a:solidFill>
              <a:srgbClr val="000032"/>
            </a:solidFill>
            <a:round/>
          </a:ln>
        </p:spPr>
        <p:style>
          <a:lnRef idx="0"/>
          <a:fillRef idx="0"/>
          <a:effectRef idx="0"/>
          <a:fontRef idx="minor"/>
        </p:style>
        <p:txBody>
          <a:bodyPr wrap="none" lIns="84240" rIns="84240" tIns="39240" bIns="39240" anchor="ctr">
            <a:noAutofit/>
          </a:bodyPr>
          <a:p>
            <a:pPr algn="ctr"/>
            <a:r>
              <a:rPr b="0" lang="en-GB" sz="2400" spc="-1" strike="noStrike">
                <a:solidFill>
                  <a:srgbClr val="000000"/>
                </a:solidFill>
                <a:latin typeface="Arial"/>
              </a:rPr>
              <a:t>Flatness, homogeneity</a:t>
            </a:r>
            <a:endParaRPr b="0" lang="en-GB" sz="2400" spc="-1" strike="noStrike">
              <a:solidFill>
                <a:srgbClr val="000000"/>
              </a:solidFill>
              <a:latin typeface="Arial"/>
            </a:endParaRPr>
          </a:p>
        </p:txBody>
      </p:sp>
      <p:pic>
        <p:nvPicPr>
          <p:cNvPr id="88" name="" descr=""/>
          <p:cNvPicPr/>
          <p:nvPr/>
        </p:nvPicPr>
        <p:blipFill>
          <a:blip r:embed="rId1">
            <a:alphaModFix amt="70000"/>
          </a:blip>
          <a:stretch/>
        </p:blipFill>
        <p:spPr>
          <a:xfrm>
            <a:off x="0" y="1980000"/>
            <a:ext cx="5111640" cy="2870640"/>
          </a:xfrm>
          <a:prstGeom prst="rect">
            <a:avLst/>
          </a:prstGeom>
          <a:ln w="18000">
            <a:noFill/>
          </a:ln>
        </p:spPr>
      </p:pic>
      <p:sp>
        <p:nvSpPr>
          <p:cNvPr id="89" name=""/>
          <p:cNvSpPr/>
          <p:nvPr/>
        </p:nvSpPr>
        <p:spPr>
          <a:xfrm>
            <a:off x="648000" y="4943520"/>
            <a:ext cx="3888000" cy="31248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spcBef>
                <a:spcPts val="1191"/>
              </a:spcBef>
              <a:spcAft>
                <a:spcPts val="992"/>
              </a:spcAft>
            </a:pPr>
            <a:r>
              <a:rPr b="0" lang="en-GB" sz="1800" spc="-1" strike="noStrike">
                <a:solidFill>
                  <a:srgbClr val="3465a4"/>
                </a:solidFill>
                <a:latin typeface="Arial"/>
              </a:rPr>
              <a:t>Corbelli, E.; Salucci, P. (2000-01-15)</a:t>
            </a:r>
            <a:endParaRPr b="0" lang="en-GB" sz="1800" spc="-1" strike="noStrike">
              <a:solidFill>
                <a:srgbClr val="3465a4"/>
              </a:solidFill>
              <a:latin typeface="Arial"/>
            </a:endParaRPr>
          </a:p>
        </p:txBody>
      </p:sp>
      <p:pic>
        <p:nvPicPr>
          <p:cNvPr id="90" name="" descr=""/>
          <p:cNvPicPr/>
          <p:nvPr/>
        </p:nvPicPr>
        <p:blipFill>
          <a:blip r:embed="rId2">
            <a:alphaModFix amt="70000"/>
          </a:blip>
          <a:srcRect l="0" t="11264" r="0" b="9798"/>
          <a:stretch/>
        </p:blipFill>
        <p:spPr>
          <a:xfrm>
            <a:off x="5112000" y="1980000"/>
            <a:ext cx="5050800" cy="2880000"/>
          </a:xfrm>
          <a:prstGeom prst="rect">
            <a:avLst/>
          </a:prstGeom>
          <a:ln w="18000">
            <a:noFill/>
          </a:ln>
        </p:spPr>
      </p:pic>
      <p:sp>
        <p:nvSpPr>
          <p:cNvPr id="91" name=""/>
          <p:cNvSpPr/>
          <p:nvPr/>
        </p:nvSpPr>
        <p:spPr>
          <a:xfrm>
            <a:off x="6120000" y="4932000"/>
            <a:ext cx="3240000" cy="36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spcBef>
                <a:spcPts val="1191"/>
              </a:spcBef>
              <a:spcAft>
                <a:spcPts val="992"/>
              </a:spcAft>
            </a:pPr>
            <a:r>
              <a:rPr b="0" lang="en-GB" sz="1800" spc="-1" strike="noStrike">
                <a:solidFill>
                  <a:srgbClr val="3465a4"/>
                </a:solidFill>
                <a:latin typeface="Arial"/>
              </a:rPr>
              <a:t>NASA/ WMAP science group</a:t>
            </a:r>
            <a:endParaRPr b="0" lang="en-GB" sz="1800" spc="-1" strike="noStrike">
              <a:solidFill>
                <a:srgbClr val="3465a4"/>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540000" y="-126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Challenges</a:t>
            </a:r>
            <a:endParaRPr b="0" lang="en-GB" sz="3300" spc="-1" strike="noStrike">
              <a:solidFill>
                <a:srgbClr val="ffffff"/>
              </a:solidFill>
              <a:latin typeface="Arial"/>
            </a:endParaRPr>
          </a:p>
        </p:txBody>
      </p:sp>
      <p:sp>
        <p:nvSpPr>
          <p:cNvPr id="93" name="PlaceHolder 2"/>
          <p:cNvSpPr>
            <a:spLocks noGrp="1"/>
          </p:cNvSpPr>
          <p:nvPr>
            <p:ph/>
          </p:nvPr>
        </p:nvSpPr>
        <p:spPr>
          <a:xfrm>
            <a:off x="540000" y="2016000"/>
            <a:ext cx="4140000" cy="1800000"/>
          </a:xfrm>
          <a:prstGeom prst="rect">
            <a:avLst/>
          </a:prstGeom>
          <a:solidFill>
            <a:srgbClr val="ffffff">
              <a:alpha val="71000"/>
            </a:srgbClr>
          </a:solidFill>
          <a:ln w="0">
            <a:noFill/>
          </a:ln>
        </p:spPr>
        <p:txBody>
          <a:bodyPr lIns="0" rIns="0" tIns="0" bIns="0" anchor="t">
            <a:normAutofit/>
          </a:bodyPr>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Add complexity.</a:t>
            </a:r>
            <a:endParaRPr b="0" lang="en-GB" sz="2400" spc="-1" strike="noStrike">
              <a:solidFill>
                <a:srgbClr val="000000"/>
              </a:solidFill>
              <a:latin typeface="Arial"/>
            </a:endParaRPr>
          </a:p>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No theory can explains all problems at once.</a:t>
            </a:r>
            <a:endParaRPr b="0" lang="en-GB" sz="2400" spc="-1" strike="noStrike">
              <a:solidFill>
                <a:srgbClr val="000000"/>
              </a:solidFill>
              <a:latin typeface="Arial"/>
            </a:endParaRPr>
          </a:p>
          <a:p>
            <a:pPr marL="432000" indent="-324000">
              <a:spcAft>
                <a:spcPts val="1057"/>
              </a:spcAft>
              <a:buClr>
                <a:srgbClr val="000000"/>
              </a:buClr>
              <a:buSzPct val="45000"/>
              <a:buFont typeface="Wingdings" charset="2"/>
              <a:buChar char=""/>
            </a:pPr>
            <a:r>
              <a:rPr b="0" lang="en-GB" sz="2400" spc="-1" strike="noStrike">
                <a:solidFill>
                  <a:srgbClr val="000000"/>
                </a:solidFill>
                <a:latin typeface="Arial"/>
              </a:rPr>
              <a:t>Observational challenges.</a:t>
            </a:r>
            <a:endParaRPr b="0" lang="en-GB" sz="2400" spc="-1" strike="noStrike">
              <a:solidFill>
                <a:srgbClr val="000000"/>
              </a:solidFill>
              <a:latin typeface="Arial"/>
            </a:endParaRPr>
          </a:p>
        </p:txBody>
      </p:sp>
      <p:pic>
        <p:nvPicPr>
          <p:cNvPr id="94" name="" descr=""/>
          <p:cNvPicPr/>
          <p:nvPr/>
        </p:nvPicPr>
        <p:blipFill>
          <a:blip r:embed="rId1">
            <a:alphaModFix amt="70000"/>
          </a:blip>
          <a:srcRect l="34166" t="0" r="0" b="0"/>
          <a:stretch/>
        </p:blipFill>
        <p:spPr>
          <a:xfrm>
            <a:off x="5040000" y="757440"/>
            <a:ext cx="5063040" cy="4911840"/>
          </a:xfrm>
          <a:prstGeom prst="rect">
            <a:avLst/>
          </a:prstGeom>
          <a:ln w="18000">
            <a:noFill/>
          </a:ln>
        </p:spPr>
      </p:pic>
      <p:sp>
        <p:nvSpPr>
          <p:cNvPr id="95" name=""/>
          <p:cNvSpPr/>
          <p:nvPr/>
        </p:nvSpPr>
        <p:spPr>
          <a:xfrm>
            <a:off x="7992000" y="1440000"/>
            <a:ext cx="1656000" cy="540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BICEP/Keck</a:t>
            </a:r>
            <a:br>
              <a:rPr sz="1800"/>
            </a:br>
            <a:r>
              <a:rPr b="0" lang="en-GB" sz="1800" spc="-1" strike="noStrike">
                <a:solidFill>
                  <a:srgbClr val="000000"/>
                </a:solidFill>
                <a:latin typeface="Arial"/>
              </a:rPr>
              <a:t>[2203.16556]</a:t>
            </a:r>
            <a:endParaRPr b="0" lang="en-GB" sz="1800" spc="-1" strike="noStrike">
              <a:solidFill>
                <a:srgbClr val="000000"/>
              </a:solidFill>
              <a:latin typeface="Arial"/>
            </a:endParaRPr>
          </a:p>
        </p:txBody>
      </p:sp>
      <p:sp>
        <p:nvSpPr>
          <p:cNvPr id="96" name=""/>
          <p:cNvSpPr/>
          <p:nvPr/>
        </p:nvSpPr>
        <p:spPr>
          <a:xfrm>
            <a:off x="252000" y="3960000"/>
            <a:ext cx="4608000" cy="1224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ff0000"/>
                </a:solidFill>
                <a:latin typeface="Arial"/>
                <a:ea typeface="DejaVu Sans"/>
              </a:rPr>
              <a:t>Is there a simple theory that can </a:t>
            </a:r>
            <a:br>
              <a:rPr sz="2400"/>
            </a:br>
            <a:r>
              <a:rPr b="0" lang="en-GB" sz="2400" spc="-1" strike="noStrike">
                <a:solidFill>
                  <a:srgbClr val="ff0000"/>
                </a:solidFill>
                <a:latin typeface="Arial"/>
                <a:ea typeface="DejaVu Sans"/>
              </a:rPr>
              <a:t>explain all problems and </a:t>
            </a:r>
            <a:br>
              <a:rPr sz="2400"/>
            </a:br>
            <a:r>
              <a:rPr b="0" lang="en-GB" sz="2400" spc="-1" strike="noStrike">
                <a:solidFill>
                  <a:srgbClr val="ff0000"/>
                </a:solidFill>
                <a:latin typeface="Arial"/>
                <a:ea typeface="DejaVu Sans"/>
              </a:rPr>
              <a:t>satisfy observation? </a:t>
            </a:r>
            <a:r>
              <a:rPr b="0" lang="en-GB" sz="2400" spc="-1" strike="noStrike">
                <a:solidFill>
                  <a:srgbClr val="ff0000"/>
                </a:solidFill>
                <a:latin typeface="Arial"/>
              </a:rPr>
              <a:t> </a:t>
            </a:r>
            <a:endParaRPr b="0" lang="en-GB" sz="2400" spc="-1" strike="noStrike">
              <a:solidFill>
                <a:srgbClr val="ff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CPT-symmetry Universe – a simple explanation </a:t>
            </a:r>
            <a:endParaRPr b="0" lang="en-GB" sz="3300" spc="-1" strike="noStrike">
              <a:solidFill>
                <a:srgbClr val="ffffff"/>
              </a:solidFill>
              <a:latin typeface="Arial"/>
            </a:endParaRPr>
          </a:p>
        </p:txBody>
      </p:sp>
      <p:sp>
        <p:nvSpPr>
          <p:cNvPr id="98" name="PlaceHolder 2"/>
          <p:cNvSpPr>
            <a:spLocks noGrp="1"/>
          </p:cNvSpPr>
          <p:nvPr>
            <p:ph type="subTitle"/>
          </p:nvPr>
        </p:nvSpPr>
        <p:spPr>
          <a:xfrm>
            <a:off x="540000" y="1440000"/>
            <a:ext cx="9000000" cy="1080000"/>
          </a:xfrm>
          <a:prstGeom prst="rect">
            <a:avLst/>
          </a:prstGeom>
          <a:noFill/>
          <a:ln w="0">
            <a:noFill/>
          </a:ln>
        </p:spPr>
        <p:txBody>
          <a:bodyPr lIns="0" rIns="0" tIns="0" bIns="0" anchor="ctr">
            <a:noAutofit/>
          </a:bodyPr>
          <a:p>
            <a:pPr indent="0" algn="ctr">
              <a:buNone/>
            </a:pPr>
            <a:r>
              <a:rPr b="0" lang="en-GB" sz="2200" spc="-1" strike="noStrike">
                <a:solidFill>
                  <a:srgbClr val="000000"/>
                </a:solidFill>
                <a:latin typeface="Arial"/>
              </a:rPr>
              <a:t>The universe is CPT symmetric at the Bang</a:t>
            </a:r>
            <a:endParaRPr b="0" lang="en-GB" sz="2200" spc="-1" strike="noStrike">
              <a:solidFill>
                <a:srgbClr val="000000"/>
              </a:solidFill>
              <a:latin typeface="Arial"/>
            </a:endParaRPr>
          </a:p>
        </p:txBody>
      </p:sp>
      <p:pic>
        <p:nvPicPr>
          <p:cNvPr id="99" name="" descr=""/>
          <p:cNvPicPr/>
          <p:nvPr/>
        </p:nvPicPr>
        <p:blipFill>
          <a:blip r:embed="rId1">
            <a:alphaModFix amt="70000"/>
          </a:blip>
          <a:srcRect l="0" t="9520" r="0" b="14283"/>
          <a:stretch/>
        </p:blipFill>
        <p:spPr>
          <a:xfrm>
            <a:off x="2412000" y="1260000"/>
            <a:ext cx="8018640" cy="4319640"/>
          </a:xfrm>
          <a:prstGeom prst="rect">
            <a:avLst/>
          </a:prstGeom>
          <a:ln w="18000">
            <a:noFill/>
          </a:ln>
        </p:spPr>
      </p:pic>
      <p:sp>
        <p:nvSpPr>
          <p:cNvPr id="100" name=""/>
          <p:cNvSpPr/>
          <p:nvPr/>
        </p:nvSpPr>
        <p:spPr>
          <a:xfrm>
            <a:off x="7884000" y="5040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[2109.06204]</a:t>
            </a:r>
            <a:endParaRPr b="0" lang="en-GB" sz="1800" spc="-1" strike="noStrike">
              <a:solidFill>
                <a:srgbClr val="000000"/>
              </a:solidFill>
              <a:latin typeface="Arial"/>
            </a:endParaRPr>
          </a:p>
        </p:txBody>
      </p:sp>
      <p:sp>
        <p:nvSpPr>
          <p:cNvPr id="101" name=""/>
          <p:cNvSpPr/>
          <p:nvPr/>
        </p:nvSpPr>
        <p:spPr>
          <a:xfrm>
            <a:off x="3780000" y="1440000"/>
            <a:ext cx="3600000" cy="54000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02" name=""/>
          <p:cNvSpPr/>
          <p:nvPr/>
        </p:nvSpPr>
        <p:spPr>
          <a:xfrm>
            <a:off x="4500000" y="3960000"/>
            <a:ext cx="3960000" cy="72000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ffffff"/>
                </a:solidFill>
                <a:latin typeface="Arial"/>
              </a:rPr>
              <a:t>The Bang acting like a mirror.</a:t>
            </a:r>
            <a:endParaRPr b="0" lang="en-GB" sz="2400" spc="-1" strike="noStrike">
              <a:solidFill>
                <a:srgbClr val="ffffff"/>
              </a:solidFill>
              <a:latin typeface="Arial"/>
            </a:endParaRPr>
          </a:p>
        </p:txBody>
      </p:sp>
      <p:sp>
        <p:nvSpPr>
          <p:cNvPr id="103" name=""/>
          <p:cNvSpPr/>
          <p:nvPr/>
        </p:nvSpPr>
        <p:spPr>
          <a:xfrm>
            <a:off x="3456000" y="4860000"/>
            <a:ext cx="6120000" cy="719640"/>
          </a:xfrm>
          <a:prstGeom prst="rect">
            <a:avLst/>
          </a:prstGeom>
          <a:solidFill>
            <a:srgbClr val="0000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pic>
        <p:nvPicPr>
          <p:cNvPr id="104" name="" descr=""/>
          <p:cNvPicPr/>
          <p:nvPr/>
        </p:nvPicPr>
        <p:blipFill>
          <a:blip r:embed="rId2">
            <a:alphaModFix amt="70000"/>
          </a:blip>
          <a:srcRect l="0" t="9250" r="34498" b="36778"/>
          <a:stretch/>
        </p:blipFill>
        <p:spPr>
          <a:xfrm>
            <a:off x="-101160" y="3419640"/>
            <a:ext cx="2621160" cy="2159640"/>
          </a:xfrm>
          <a:prstGeom prst="rect">
            <a:avLst/>
          </a:prstGeom>
          <a:ln w="18000">
            <a:noFill/>
          </a:ln>
        </p:spPr>
      </p:pic>
      <p:pic>
        <p:nvPicPr>
          <p:cNvPr id="105" name="" descr=""/>
          <p:cNvPicPr/>
          <p:nvPr/>
        </p:nvPicPr>
        <p:blipFill>
          <a:blip r:embed="rId3">
            <a:alphaModFix amt="70000"/>
          </a:blip>
          <a:srcRect l="0" t="0" r="2119" b="35450"/>
          <a:stretch/>
        </p:blipFill>
        <p:spPr>
          <a:xfrm>
            <a:off x="-85680" y="1260000"/>
            <a:ext cx="2605320" cy="1980000"/>
          </a:xfrm>
          <a:prstGeom prst="rect">
            <a:avLst/>
          </a:prstGeom>
          <a:ln w="18000">
            <a:noFill/>
          </a:ln>
        </p:spPr>
      </p:pic>
      <p:sp>
        <p:nvSpPr>
          <p:cNvPr id="106" name=""/>
          <p:cNvSpPr/>
          <p:nvPr/>
        </p:nvSpPr>
        <p:spPr>
          <a:xfrm>
            <a:off x="432000" y="2880000"/>
            <a:ext cx="1440000" cy="360000"/>
          </a:xfrm>
          <a:prstGeom prst="rect">
            <a:avLst/>
          </a:prstGeom>
          <a:solidFill>
            <a:srgbClr val="ffffff">
              <a:alpha val="85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1" lang="en-GB" sz="1800" spc="-1" strike="noStrike">
                <a:solidFill>
                  <a:srgbClr val="000000"/>
                </a:solidFill>
                <a:latin typeface="Arial"/>
              </a:rPr>
              <a:t>Neil Turok</a:t>
            </a:r>
            <a:endParaRPr b="1" lang="en-GB" sz="1800" spc="-1" strike="noStrike">
              <a:solidFill>
                <a:srgbClr val="000000"/>
              </a:solidFill>
              <a:latin typeface="Arial"/>
            </a:endParaRPr>
          </a:p>
        </p:txBody>
      </p:sp>
      <p:sp>
        <p:nvSpPr>
          <p:cNvPr id="107" name=""/>
          <p:cNvSpPr/>
          <p:nvPr/>
        </p:nvSpPr>
        <p:spPr>
          <a:xfrm>
            <a:off x="360000" y="5256000"/>
            <a:ext cx="1548000" cy="360000"/>
          </a:xfrm>
          <a:prstGeom prst="rect">
            <a:avLst/>
          </a:prstGeom>
          <a:solidFill>
            <a:srgbClr val="ffffff">
              <a:alpha val="85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1" lang="en-GB" sz="1800" spc="-1" strike="noStrike">
                <a:solidFill>
                  <a:srgbClr val="000000"/>
                </a:solidFill>
                <a:latin typeface="Arial"/>
              </a:rPr>
              <a:t>Latham Boyle</a:t>
            </a:r>
            <a:endParaRPr b="1"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Cosmological constant Problem</a:t>
            </a:r>
            <a:endParaRPr b="0" lang="en-GB" sz="3300" spc="-1" strike="noStrike">
              <a:solidFill>
                <a:srgbClr val="ffffff"/>
              </a:solidFill>
              <a:latin typeface="Arial"/>
            </a:endParaRPr>
          </a:p>
        </p:txBody>
      </p:sp>
      <p:pic>
        <p:nvPicPr>
          <p:cNvPr id="109" name="" descr=""/>
          <p:cNvPicPr/>
          <p:nvPr/>
        </p:nvPicPr>
        <p:blipFill>
          <a:blip r:embed="rId1">
            <a:alphaModFix amt="70000"/>
          </a:blip>
          <a:stretch/>
        </p:blipFill>
        <p:spPr>
          <a:xfrm>
            <a:off x="1296000" y="1260360"/>
            <a:ext cx="7763040" cy="4419000"/>
          </a:xfrm>
          <a:prstGeom prst="rect">
            <a:avLst/>
          </a:prstGeom>
          <a:ln w="1800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Cosmological </a:t>
            </a:r>
            <a:r>
              <a:rPr b="0" lang="en-GB" sz="3300" spc="-1" strike="noStrike">
                <a:solidFill>
                  <a:srgbClr val="ffffff"/>
                </a:solidFill>
                <a:latin typeface="Arial"/>
              </a:rPr>
              <a:t>constant Problem</a:t>
            </a:r>
            <a:endParaRPr b="0" lang="en-GB" sz="3300" spc="-1" strike="noStrike">
              <a:solidFill>
                <a:srgbClr val="ffffff"/>
              </a:solidFill>
              <a:latin typeface="Arial"/>
            </a:endParaRPr>
          </a:p>
        </p:txBody>
      </p:sp>
      <p:pic>
        <p:nvPicPr>
          <p:cNvPr id="111" name="" descr=""/>
          <p:cNvPicPr/>
          <p:nvPr/>
        </p:nvPicPr>
        <p:blipFill>
          <a:blip r:embed="rId1">
            <a:alphaModFix amt="70000"/>
          </a:blip>
          <a:stretch/>
        </p:blipFill>
        <p:spPr>
          <a:xfrm>
            <a:off x="1296000" y="1260000"/>
            <a:ext cx="7763040" cy="4419000"/>
          </a:xfrm>
          <a:prstGeom prst="rect">
            <a:avLst/>
          </a:prstGeom>
          <a:ln w="18000">
            <a:noFill/>
          </a:ln>
        </p:spPr>
      </p:pic>
      <p:sp>
        <p:nvSpPr>
          <p:cNvPr id="112" name=""/>
          <p:cNvSpPr/>
          <p:nvPr/>
        </p:nvSpPr>
        <p:spPr>
          <a:xfrm>
            <a:off x="5976000" y="4320000"/>
            <a:ext cx="540000" cy="540000"/>
          </a:xfrm>
          <a:prstGeom prst="rect">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113" name=""/>
          <p:cNvGrpSpPr/>
          <p:nvPr/>
        </p:nvGrpSpPr>
        <p:grpSpPr>
          <a:xfrm>
            <a:off x="6122880" y="4418640"/>
            <a:ext cx="249120" cy="333360"/>
            <a:chOff x="6122880" y="4418640"/>
            <a:chExt cx="249120" cy="333360"/>
          </a:xfrm>
        </p:grpSpPr>
        <p:grpSp>
          <p:nvGrpSpPr>
            <p:cNvPr id="114" name=""/>
            <p:cNvGrpSpPr/>
            <p:nvPr/>
          </p:nvGrpSpPr>
          <p:grpSpPr>
            <a:xfrm>
              <a:off x="6122880" y="4418640"/>
              <a:ext cx="249120" cy="333360"/>
              <a:chOff x="6122880" y="4418640"/>
              <a:chExt cx="249120" cy="333360"/>
            </a:xfrm>
          </p:grpSpPr>
          <p:sp>
            <p:nvSpPr>
              <p:cNvPr id="115" name=""/>
              <p:cNvSpPr/>
              <p:nvPr/>
            </p:nvSpPr>
            <p:spPr>
              <a:xfrm>
                <a:off x="6143760" y="4443840"/>
                <a:ext cx="207000" cy="283320"/>
              </a:xfrm>
              <a:custGeom>
                <a:avLst/>
                <a:gdLst/>
                <a:ahLst/>
                <a:rect l="0" t="0" r="r" b="b"/>
                <a:pathLst>
                  <a:path w="575" h="787">
                    <a:moveTo>
                      <a:pt x="0" y="0"/>
                    </a:moveTo>
                    <a:cubicBezTo>
                      <a:pt x="192" y="0"/>
                      <a:pt x="383" y="0"/>
                      <a:pt x="575" y="0"/>
                    </a:cubicBezTo>
                    <a:cubicBezTo>
                      <a:pt x="575" y="262"/>
                      <a:pt x="575" y="524"/>
                      <a:pt x="575" y="787"/>
                    </a:cubicBezTo>
                    <a:cubicBezTo>
                      <a:pt x="383" y="787"/>
                      <a:pt x="192" y="787"/>
                      <a:pt x="0" y="787"/>
                    </a:cubicBezTo>
                    <a:cubicBezTo>
                      <a:pt x="0" y="524"/>
                      <a:pt x="0" y="262"/>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16" name=""/>
              <p:cNvSpPr/>
              <p:nvPr/>
            </p:nvSpPr>
            <p:spPr>
              <a:xfrm>
                <a:off x="6122880" y="4418640"/>
                <a:ext cx="249120" cy="333360"/>
              </a:xfrm>
              <a:custGeom>
                <a:avLst/>
                <a:gdLst/>
                <a:ahLst/>
                <a:rect l="0" t="0" r="r" b="b"/>
                <a:pathLst>
                  <a:path w="692" h="926">
                    <a:moveTo>
                      <a:pt x="390" y="744"/>
                    </a:moveTo>
                    <a:cubicBezTo>
                      <a:pt x="565" y="728"/>
                      <a:pt x="692" y="601"/>
                      <a:pt x="692" y="465"/>
                    </a:cubicBezTo>
                    <a:cubicBezTo>
                      <a:pt x="692" y="322"/>
                      <a:pt x="562" y="198"/>
                      <a:pt x="390" y="182"/>
                    </a:cubicBezTo>
                    <a:cubicBezTo>
                      <a:pt x="390" y="158"/>
                      <a:pt x="390" y="133"/>
                      <a:pt x="390" y="108"/>
                    </a:cubicBezTo>
                    <a:cubicBezTo>
                      <a:pt x="390" y="62"/>
                      <a:pt x="390" y="43"/>
                      <a:pt x="497" y="43"/>
                    </a:cubicBezTo>
                    <a:cubicBezTo>
                      <a:pt x="510" y="43"/>
                      <a:pt x="523" y="43"/>
                      <a:pt x="536" y="43"/>
                    </a:cubicBezTo>
                    <a:cubicBezTo>
                      <a:pt x="536" y="28"/>
                      <a:pt x="536" y="14"/>
                      <a:pt x="536" y="0"/>
                    </a:cubicBezTo>
                    <a:cubicBezTo>
                      <a:pt x="494" y="4"/>
                      <a:pt x="391" y="4"/>
                      <a:pt x="344" y="4"/>
                    </a:cubicBezTo>
                    <a:cubicBezTo>
                      <a:pt x="297" y="4"/>
                      <a:pt x="192" y="4"/>
                      <a:pt x="149" y="0"/>
                    </a:cubicBezTo>
                    <a:cubicBezTo>
                      <a:pt x="149" y="14"/>
                      <a:pt x="149" y="28"/>
                      <a:pt x="149" y="43"/>
                    </a:cubicBezTo>
                    <a:cubicBezTo>
                      <a:pt x="162" y="43"/>
                      <a:pt x="175" y="43"/>
                      <a:pt x="188" y="43"/>
                    </a:cubicBezTo>
                    <a:cubicBezTo>
                      <a:pt x="296" y="43"/>
                      <a:pt x="296" y="58"/>
                      <a:pt x="296" y="108"/>
                    </a:cubicBezTo>
                    <a:cubicBezTo>
                      <a:pt x="296" y="133"/>
                      <a:pt x="296" y="158"/>
                      <a:pt x="296" y="182"/>
                    </a:cubicBezTo>
                    <a:cubicBezTo>
                      <a:pt x="120" y="201"/>
                      <a:pt x="0" y="329"/>
                      <a:pt x="0" y="461"/>
                    </a:cubicBezTo>
                    <a:cubicBezTo>
                      <a:pt x="0" y="601"/>
                      <a:pt x="127" y="725"/>
                      <a:pt x="296" y="744"/>
                    </a:cubicBezTo>
                    <a:cubicBezTo>
                      <a:pt x="296" y="768"/>
                      <a:pt x="296" y="793"/>
                      <a:pt x="296" y="818"/>
                    </a:cubicBezTo>
                    <a:cubicBezTo>
                      <a:pt x="296" y="864"/>
                      <a:pt x="296" y="883"/>
                      <a:pt x="188" y="883"/>
                    </a:cubicBezTo>
                    <a:cubicBezTo>
                      <a:pt x="175" y="883"/>
                      <a:pt x="162" y="883"/>
                      <a:pt x="149" y="883"/>
                    </a:cubicBezTo>
                    <a:cubicBezTo>
                      <a:pt x="149" y="898"/>
                      <a:pt x="149" y="912"/>
                      <a:pt x="149" y="926"/>
                    </a:cubicBezTo>
                    <a:cubicBezTo>
                      <a:pt x="192" y="922"/>
                      <a:pt x="294" y="922"/>
                      <a:pt x="341" y="922"/>
                    </a:cubicBezTo>
                    <a:cubicBezTo>
                      <a:pt x="388" y="922"/>
                      <a:pt x="494" y="922"/>
                      <a:pt x="536" y="926"/>
                    </a:cubicBezTo>
                    <a:cubicBezTo>
                      <a:pt x="536" y="912"/>
                      <a:pt x="536" y="898"/>
                      <a:pt x="536" y="883"/>
                    </a:cubicBezTo>
                    <a:cubicBezTo>
                      <a:pt x="523" y="883"/>
                      <a:pt x="510" y="883"/>
                      <a:pt x="497" y="883"/>
                    </a:cubicBezTo>
                    <a:cubicBezTo>
                      <a:pt x="390" y="883"/>
                      <a:pt x="390" y="868"/>
                      <a:pt x="390" y="818"/>
                    </a:cubicBezTo>
                    <a:cubicBezTo>
                      <a:pt x="390" y="793"/>
                      <a:pt x="390" y="768"/>
                      <a:pt x="390" y="744"/>
                    </a:cubicBezTo>
                    <a:moveTo>
                      <a:pt x="296" y="713"/>
                    </a:moveTo>
                    <a:cubicBezTo>
                      <a:pt x="133" y="686"/>
                      <a:pt x="114" y="546"/>
                      <a:pt x="114" y="465"/>
                    </a:cubicBezTo>
                    <a:cubicBezTo>
                      <a:pt x="114" y="391"/>
                      <a:pt x="123" y="240"/>
                      <a:pt x="296" y="213"/>
                    </a:cubicBezTo>
                    <a:cubicBezTo>
                      <a:pt x="296" y="380"/>
                      <a:pt x="296" y="546"/>
                      <a:pt x="296" y="713"/>
                    </a:cubicBezTo>
                    <a:moveTo>
                      <a:pt x="390" y="213"/>
                    </a:moveTo>
                    <a:cubicBezTo>
                      <a:pt x="546" y="236"/>
                      <a:pt x="578" y="360"/>
                      <a:pt x="578" y="461"/>
                    </a:cubicBezTo>
                    <a:cubicBezTo>
                      <a:pt x="578" y="542"/>
                      <a:pt x="562" y="690"/>
                      <a:pt x="390" y="713"/>
                    </a:cubicBezTo>
                    <a:cubicBezTo>
                      <a:pt x="390" y="546"/>
                      <a:pt x="390" y="380"/>
                      <a:pt x="390" y="21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117" name=""/>
          <p:cNvSpPr txBox="1"/>
          <p:nvPr/>
        </p:nvSpPr>
        <p:spPr>
          <a:xfrm>
            <a:off x="5328000" y="4814640"/>
            <a:ext cx="1800000" cy="585360"/>
          </a:xfrm>
          <a:prstGeom prst="rect">
            <a:avLst/>
          </a:prstGeom>
          <a:noFill/>
          <a:ln w="18000">
            <a:noFill/>
          </a:ln>
        </p:spPr>
        <p:txBody>
          <a:bodyPr lIns="90000" rIns="90000" tIns="45000" bIns="45000" anchor="t">
            <a:noAutofit/>
          </a:bodyPr>
          <a:p>
            <a:pPr algn="ctr"/>
            <a:r>
              <a:rPr b="1" lang="en-GB" sz="2400" spc="-1" strike="noStrike">
                <a:solidFill>
                  <a:srgbClr val="ffffff"/>
                </a:solidFill>
                <a:latin typeface="Arial"/>
              </a:rPr>
              <a:t>dim-0 scalar field</a:t>
            </a:r>
            <a:endParaRPr b="0" lang="en-GB" sz="2400" spc="-1" strike="noStrike">
              <a:solidFill>
                <a:srgbClr val="ffffff"/>
              </a:solidFill>
              <a:latin typeface="Arial"/>
            </a:endParaRPr>
          </a:p>
        </p:txBody>
      </p:sp>
      <p:pic>
        <p:nvPicPr>
          <p:cNvPr id="118" name="" descr=""/>
          <p:cNvPicPr/>
          <p:nvPr/>
        </p:nvPicPr>
        <p:blipFill>
          <a:blip r:embed="rId2">
            <a:alphaModFix amt="70000"/>
          </a:blip>
          <a:srcRect l="25800" t="69435" r="53329" b="18331"/>
          <a:stretch/>
        </p:blipFill>
        <p:spPr>
          <a:xfrm>
            <a:off x="3315600" y="4871520"/>
            <a:ext cx="1619640" cy="539640"/>
          </a:xfrm>
          <a:prstGeom prst="rect">
            <a:avLst/>
          </a:prstGeom>
          <a:ln w="18000">
            <a:noFill/>
          </a:ln>
        </p:spPr>
      </p:pic>
      <p:sp>
        <p:nvSpPr>
          <p:cNvPr id="119" name=""/>
          <p:cNvSpPr txBox="1"/>
          <p:nvPr/>
        </p:nvSpPr>
        <p:spPr>
          <a:xfrm>
            <a:off x="363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0" name=""/>
          <p:cNvSpPr txBox="1"/>
          <p:nvPr/>
        </p:nvSpPr>
        <p:spPr>
          <a:xfrm>
            <a:off x="417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1" name=""/>
          <p:cNvSpPr txBox="1"/>
          <p:nvPr/>
        </p:nvSpPr>
        <p:spPr>
          <a:xfrm>
            <a:off x="471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22" name=""/>
          <p:cNvSpPr txBox="1"/>
          <p:nvPr/>
        </p:nvSpPr>
        <p:spPr>
          <a:xfrm>
            <a:off x="3636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3" name=""/>
          <p:cNvSpPr txBox="1"/>
          <p:nvPr/>
        </p:nvSpPr>
        <p:spPr>
          <a:xfrm>
            <a:off x="421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4" name=""/>
          <p:cNvSpPr txBox="1"/>
          <p:nvPr/>
        </p:nvSpPr>
        <p:spPr>
          <a:xfrm>
            <a:off x="475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25" name=""/>
          <p:cNvSpPr/>
          <p:nvPr/>
        </p:nvSpPr>
        <p:spPr>
          <a:xfrm>
            <a:off x="144000" y="5256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[2110.06258]</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Dark Matter is composed of RH neutrinos</a:t>
            </a:r>
            <a:endParaRPr b="0" lang="en-GB" sz="3300" spc="-1" strike="noStrike">
              <a:solidFill>
                <a:srgbClr val="ffffff"/>
              </a:solidFill>
              <a:latin typeface="Arial"/>
            </a:endParaRPr>
          </a:p>
        </p:txBody>
      </p:sp>
      <p:pic>
        <p:nvPicPr>
          <p:cNvPr id="127" name="" descr=""/>
          <p:cNvPicPr/>
          <p:nvPr/>
        </p:nvPicPr>
        <p:blipFill>
          <a:blip r:embed="rId1">
            <a:alphaModFix amt="70000"/>
          </a:blip>
          <a:srcRect l="0" t="8887" r="0" b="0"/>
          <a:stretch/>
        </p:blipFill>
        <p:spPr>
          <a:xfrm>
            <a:off x="1619280" y="1260000"/>
            <a:ext cx="7200720" cy="3690000"/>
          </a:xfrm>
          <a:prstGeom prst="rect">
            <a:avLst/>
          </a:prstGeom>
          <a:ln w="18000">
            <a:noFill/>
          </a:ln>
        </p:spPr>
      </p:pic>
      <p:sp>
        <p:nvSpPr>
          <p:cNvPr id="128" name=""/>
          <p:cNvSpPr/>
          <p:nvPr/>
        </p:nvSpPr>
        <p:spPr>
          <a:xfrm>
            <a:off x="1548000" y="4997880"/>
            <a:ext cx="6423840" cy="540000"/>
          </a:xfrm>
          <a:prstGeom prst="rect">
            <a:avLst/>
          </a:prstGeom>
          <a:solidFill>
            <a:srgbClr val="ffffd7">
              <a:alpha val="70000"/>
            </a:srgbClr>
          </a:solidFill>
          <a:ln w="18000">
            <a:noFill/>
          </a:ln>
        </p:spPr>
        <p:style>
          <a:lnRef idx="0"/>
          <a:fillRef idx="0"/>
          <a:effectRef idx="0"/>
          <a:fontRef idx="minor"/>
        </p:style>
        <p:txBody>
          <a:bodyPr wrap="none" lIns="90000" rIns="90000" tIns="45000" bIns="45000" anchor="ctr">
            <a:noAutofit/>
          </a:bodyPr>
          <a:p>
            <a:pPr algn="ctr"/>
            <a:r>
              <a:rPr b="0" lang="en-GB" sz="1900" spc="-1" strike="noStrike">
                <a:solidFill>
                  <a:srgbClr val="000000"/>
                </a:solidFill>
                <a:latin typeface="Arial"/>
              </a:rPr>
              <a:t>The RH neutrinos should be really massive (                      )</a:t>
            </a:r>
            <a:br>
              <a:rPr sz="1900"/>
            </a:br>
            <a:r>
              <a:rPr b="0" lang="en-GB" sz="1900" spc="-1" strike="noStrike">
                <a:solidFill>
                  <a:srgbClr val="000000"/>
                </a:solidFill>
                <a:latin typeface="Arial"/>
              </a:rPr>
              <a:t>→ the LH one should be massless! [2110.06258]</a:t>
            </a:r>
            <a:endParaRPr b="0" lang="en-GB" sz="1900" spc="-1" strike="noStrike">
              <a:solidFill>
                <a:srgbClr val="ffffff"/>
              </a:solidFill>
              <a:latin typeface="Arial"/>
            </a:endParaRPr>
          </a:p>
        </p:txBody>
      </p:sp>
      <p:grpSp>
        <p:nvGrpSpPr>
          <p:cNvPr id="129" name=""/>
          <p:cNvGrpSpPr/>
          <p:nvPr/>
        </p:nvGrpSpPr>
        <p:grpSpPr>
          <a:xfrm>
            <a:off x="6372000" y="4997880"/>
            <a:ext cx="1440000" cy="264960"/>
            <a:chOff x="6372000" y="4997880"/>
            <a:chExt cx="1440000" cy="264960"/>
          </a:xfrm>
        </p:grpSpPr>
        <p:grpSp>
          <p:nvGrpSpPr>
            <p:cNvPr id="130" name=""/>
            <p:cNvGrpSpPr/>
            <p:nvPr/>
          </p:nvGrpSpPr>
          <p:grpSpPr>
            <a:xfrm>
              <a:off x="6372000" y="4997880"/>
              <a:ext cx="1440000" cy="264960"/>
              <a:chOff x="6372000" y="4997880"/>
              <a:chExt cx="1440000" cy="264960"/>
            </a:xfrm>
          </p:grpSpPr>
          <p:sp>
            <p:nvSpPr>
              <p:cNvPr id="131" name=""/>
              <p:cNvSpPr/>
              <p:nvPr/>
            </p:nvSpPr>
            <p:spPr>
              <a:xfrm>
                <a:off x="6385320" y="5013720"/>
                <a:ext cx="1413000" cy="232560"/>
              </a:xfrm>
              <a:custGeom>
                <a:avLst/>
                <a:gdLst/>
                <a:ahLst/>
                <a:rect l="0" t="0" r="r" b="b"/>
                <a:pathLst>
                  <a:path w="3925" h="646">
                    <a:moveTo>
                      <a:pt x="0" y="0"/>
                    </a:moveTo>
                    <a:cubicBezTo>
                      <a:pt x="1308" y="0"/>
                      <a:pt x="2617" y="0"/>
                      <a:pt x="3925" y="0"/>
                    </a:cubicBezTo>
                    <a:cubicBezTo>
                      <a:pt x="3925" y="215"/>
                      <a:pt x="3925" y="431"/>
                      <a:pt x="3925" y="646"/>
                    </a:cubicBezTo>
                    <a:cubicBezTo>
                      <a:pt x="2617" y="646"/>
                      <a:pt x="1308" y="646"/>
                      <a:pt x="0" y="646"/>
                    </a:cubicBezTo>
                    <a:cubicBezTo>
                      <a:pt x="0" y="431"/>
                      <a:pt x="0" y="215"/>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2" name=""/>
              <p:cNvSpPr/>
              <p:nvPr/>
            </p:nvSpPr>
            <p:spPr>
              <a:xfrm>
                <a:off x="6372000" y="5045040"/>
                <a:ext cx="116280" cy="210600"/>
              </a:xfrm>
              <a:custGeom>
                <a:avLst/>
                <a:gdLst/>
                <a:ahLst/>
                <a:rect l="0" t="0" r="r" b="b"/>
                <a:pathLst>
                  <a:path w="323" h="585">
                    <a:moveTo>
                      <a:pt x="195" y="442"/>
                    </a:moveTo>
                    <a:cubicBezTo>
                      <a:pt x="195" y="467"/>
                      <a:pt x="195" y="493"/>
                      <a:pt x="195" y="518"/>
                    </a:cubicBezTo>
                    <a:cubicBezTo>
                      <a:pt x="195" y="548"/>
                      <a:pt x="193" y="558"/>
                      <a:pt x="139" y="558"/>
                    </a:cubicBezTo>
                    <a:cubicBezTo>
                      <a:pt x="134" y="558"/>
                      <a:pt x="129" y="558"/>
                      <a:pt x="124" y="558"/>
                    </a:cubicBezTo>
                    <a:cubicBezTo>
                      <a:pt x="124" y="567"/>
                      <a:pt x="124" y="576"/>
                      <a:pt x="124" y="585"/>
                    </a:cubicBezTo>
                    <a:cubicBezTo>
                      <a:pt x="153" y="582"/>
                      <a:pt x="191" y="582"/>
                      <a:pt x="222" y="582"/>
                    </a:cubicBezTo>
                    <a:cubicBezTo>
                      <a:pt x="253" y="582"/>
                      <a:pt x="290" y="582"/>
                      <a:pt x="321" y="585"/>
                    </a:cubicBezTo>
                    <a:cubicBezTo>
                      <a:pt x="321" y="576"/>
                      <a:pt x="321" y="567"/>
                      <a:pt x="321" y="558"/>
                    </a:cubicBezTo>
                    <a:cubicBezTo>
                      <a:pt x="316" y="558"/>
                      <a:pt x="310" y="558"/>
                      <a:pt x="305" y="558"/>
                    </a:cubicBezTo>
                    <a:cubicBezTo>
                      <a:pt x="251" y="558"/>
                      <a:pt x="251" y="548"/>
                      <a:pt x="251" y="518"/>
                    </a:cubicBezTo>
                    <a:cubicBezTo>
                      <a:pt x="251" y="493"/>
                      <a:pt x="251" y="467"/>
                      <a:pt x="251" y="442"/>
                    </a:cubicBezTo>
                    <a:cubicBezTo>
                      <a:pt x="275" y="442"/>
                      <a:pt x="299" y="442"/>
                      <a:pt x="323" y="442"/>
                    </a:cubicBezTo>
                    <a:cubicBezTo>
                      <a:pt x="323" y="433"/>
                      <a:pt x="323" y="424"/>
                      <a:pt x="323" y="414"/>
                    </a:cubicBezTo>
                    <a:cubicBezTo>
                      <a:pt x="299" y="414"/>
                      <a:pt x="275" y="414"/>
                      <a:pt x="251" y="414"/>
                    </a:cubicBezTo>
                    <a:cubicBezTo>
                      <a:pt x="251" y="284"/>
                      <a:pt x="251" y="153"/>
                      <a:pt x="251" y="22"/>
                    </a:cubicBezTo>
                    <a:cubicBezTo>
                      <a:pt x="251" y="5"/>
                      <a:pt x="251" y="0"/>
                      <a:pt x="238" y="0"/>
                    </a:cubicBezTo>
                    <a:cubicBezTo>
                      <a:pt x="232" y="0"/>
                      <a:pt x="230" y="0"/>
                      <a:pt x="224" y="10"/>
                    </a:cubicBezTo>
                    <a:cubicBezTo>
                      <a:pt x="149" y="145"/>
                      <a:pt x="75" y="280"/>
                      <a:pt x="0" y="414"/>
                    </a:cubicBezTo>
                    <a:cubicBezTo>
                      <a:pt x="0" y="424"/>
                      <a:pt x="0" y="433"/>
                      <a:pt x="0" y="442"/>
                    </a:cubicBezTo>
                    <a:cubicBezTo>
                      <a:pt x="65" y="442"/>
                      <a:pt x="130" y="442"/>
                      <a:pt x="195" y="442"/>
                    </a:cubicBezTo>
                    <a:moveTo>
                      <a:pt x="199" y="414"/>
                    </a:moveTo>
                    <a:cubicBezTo>
                      <a:pt x="139" y="414"/>
                      <a:pt x="80" y="414"/>
                      <a:pt x="21" y="414"/>
                    </a:cubicBezTo>
                    <a:cubicBezTo>
                      <a:pt x="80" y="308"/>
                      <a:pt x="139" y="201"/>
                      <a:pt x="199" y="94"/>
                    </a:cubicBezTo>
                    <a:cubicBezTo>
                      <a:pt x="199" y="201"/>
                      <a:pt x="199" y="308"/>
                      <a:pt x="199" y="41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3" name=""/>
              <p:cNvSpPr/>
              <p:nvPr/>
            </p:nvSpPr>
            <p:spPr>
              <a:xfrm>
                <a:off x="6518160" y="5222520"/>
                <a:ext cx="27720" cy="32760"/>
              </a:xfrm>
              <a:custGeom>
                <a:avLst/>
                <a:gdLst/>
                <a:ahLst/>
                <a:rect l="0" t="0" r="r" b="b"/>
                <a:pathLst>
                  <a:path w="77" h="91">
                    <a:moveTo>
                      <a:pt x="77" y="47"/>
                    </a:moveTo>
                    <a:cubicBezTo>
                      <a:pt x="77" y="20"/>
                      <a:pt x="60" y="0"/>
                      <a:pt x="39" y="0"/>
                    </a:cubicBezTo>
                    <a:cubicBezTo>
                      <a:pt x="19" y="0"/>
                      <a:pt x="0" y="21"/>
                      <a:pt x="0" y="47"/>
                    </a:cubicBezTo>
                    <a:cubicBezTo>
                      <a:pt x="0" y="73"/>
                      <a:pt x="19" y="91"/>
                      <a:pt x="39" y="91"/>
                    </a:cubicBezTo>
                    <a:cubicBezTo>
                      <a:pt x="60" y="91"/>
                      <a:pt x="77" y="72"/>
                      <a:pt x="77" y="47"/>
                    </a:cubicBezTo>
                    <a:close/>
                  </a:path>
                </a:pathLst>
              </a:custGeom>
              <a:solidFill>
                <a:srgbClr val="000000"/>
              </a:solidFill>
              <a:ln w="0">
                <a:noFill/>
              </a:ln>
            </p:spPr>
            <p:txBody>
              <a:bodyPr lIns="90000" rIns="90000" tIns="-12240" bIns="-12240" anchor="ctr" anchorCtr="1">
                <a:noAutofit/>
              </a:bodyPr>
              <a:p>
                <a:endParaRPr b="0" lang="en-GB" sz="1800" spc="-1" strike="noStrike">
                  <a:solidFill>
                    <a:srgbClr val="ff0000"/>
                  </a:solidFill>
                  <a:latin typeface="Arial"/>
                </a:endParaRPr>
              </a:p>
            </p:txBody>
          </p:sp>
          <p:sp>
            <p:nvSpPr>
              <p:cNvPr id="134" name=""/>
              <p:cNvSpPr/>
              <p:nvPr/>
            </p:nvSpPr>
            <p:spPr>
              <a:xfrm>
                <a:off x="6579360" y="5048640"/>
                <a:ext cx="108720" cy="214200"/>
              </a:xfrm>
              <a:custGeom>
                <a:avLst/>
                <a:gdLst/>
                <a:ahLst/>
                <a:rect l="0" t="0" r="r" b="b"/>
                <a:pathLst>
                  <a:path w="302" h="595">
                    <a:moveTo>
                      <a:pt x="89" y="180"/>
                    </a:moveTo>
                    <a:cubicBezTo>
                      <a:pt x="56" y="155"/>
                      <a:pt x="52" y="126"/>
                      <a:pt x="52" y="111"/>
                    </a:cubicBezTo>
                    <a:cubicBezTo>
                      <a:pt x="52" y="57"/>
                      <a:pt x="99" y="22"/>
                      <a:pt x="151" y="22"/>
                    </a:cubicBezTo>
                    <a:cubicBezTo>
                      <a:pt x="205" y="22"/>
                      <a:pt x="251" y="67"/>
                      <a:pt x="251" y="128"/>
                    </a:cubicBezTo>
                    <a:cubicBezTo>
                      <a:pt x="251" y="178"/>
                      <a:pt x="222" y="220"/>
                      <a:pt x="178" y="249"/>
                    </a:cubicBezTo>
                    <a:cubicBezTo>
                      <a:pt x="148" y="226"/>
                      <a:pt x="119" y="203"/>
                      <a:pt x="89" y="180"/>
                    </a:cubicBezTo>
                    <a:moveTo>
                      <a:pt x="195" y="262"/>
                    </a:moveTo>
                    <a:cubicBezTo>
                      <a:pt x="247" y="229"/>
                      <a:pt x="284" y="185"/>
                      <a:pt x="284" y="128"/>
                    </a:cubicBezTo>
                    <a:cubicBezTo>
                      <a:pt x="284" y="49"/>
                      <a:pt x="218" y="0"/>
                      <a:pt x="151" y="0"/>
                    </a:cubicBezTo>
                    <a:cubicBezTo>
                      <a:pt x="79" y="0"/>
                      <a:pt x="21" y="64"/>
                      <a:pt x="21" y="143"/>
                    </a:cubicBezTo>
                    <a:cubicBezTo>
                      <a:pt x="21" y="160"/>
                      <a:pt x="21" y="197"/>
                      <a:pt x="52" y="239"/>
                    </a:cubicBezTo>
                    <a:cubicBezTo>
                      <a:pt x="60" y="249"/>
                      <a:pt x="87" y="271"/>
                      <a:pt x="106" y="286"/>
                    </a:cubicBezTo>
                    <a:cubicBezTo>
                      <a:pt x="62" y="311"/>
                      <a:pt x="0" y="360"/>
                      <a:pt x="0" y="444"/>
                    </a:cubicBezTo>
                    <a:cubicBezTo>
                      <a:pt x="0" y="535"/>
                      <a:pt x="75" y="595"/>
                      <a:pt x="151" y="595"/>
                    </a:cubicBezTo>
                    <a:cubicBezTo>
                      <a:pt x="234" y="595"/>
                      <a:pt x="302" y="523"/>
                      <a:pt x="302" y="429"/>
                    </a:cubicBezTo>
                    <a:cubicBezTo>
                      <a:pt x="302" y="400"/>
                      <a:pt x="294" y="360"/>
                      <a:pt x="267" y="323"/>
                    </a:cubicBezTo>
                    <a:cubicBezTo>
                      <a:pt x="253" y="306"/>
                      <a:pt x="242" y="296"/>
                      <a:pt x="195" y="262"/>
                    </a:cubicBezTo>
                    <a:moveTo>
                      <a:pt x="122" y="299"/>
                    </a:moveTo>
                    <a:cubicBezTo>
                      <a:pt x="152" y="321"/>
                      <a:pt x="182" y="343"/>
                      <a:pt x="211" y="365"/>
                    </a:cubicBezTo>
                    <a:cubicBezTo>
                      <a:pt x="232" y="382"/>
                      <a:pt x="265" y="410"/>
                      <a:pt x="265" y="461"/>
                    </a:cubicBezTo>
                    <a:cubicBezTo>
                      <a:pt x="265" y="525"/>
                      <a:pt x="211" y="570"/>
                      <a:pt x="151" y="570"/>
                    </a:cubicBezTo>
                    <a:cubicBezTo>
                      <a:pt x="89" y="570"/>
                      <a:pt x="37" y="516"/>
                      <a:pt x="37" y="444"/>
                    </a:cubicBezTo>
                    <a:cubicBezTo>
                      <a:pt x="37" y="395"/>
                      <a:pt x="60" y="338"/>
                      <a:pt x="122" y="29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5" name=""/>
              <p:cNvSpPr/>
              <p:nvPr/>
            </p:nvSpPr>
            <p:spPr>
              <a:xfrm>
                <a:off x="6738120" y="5102640"/>
                <a:ext cx="126000" cy="150120"/>
              </a:xfrm>
              <a:custGeom>
                <a:avLst/>
                <a:gdLst/>
                <a:ahLst/>
                <a:rect l="0" t="0" r="r" b="b"/>
                <a:pathLst>
                  <a:path w="350" h="417">
                    <a:moveTo>
                      <a:pt x="176" y="185"/>
                    </a:moveTo>
                    <a:cubicBezTo>
                      <a:pt x="128" y="127"/>
                      <a:pt x="79" y="70"/>
                      <a:pt x="31" y="12"/>
                    </a:cubicBezTo>
                    <a:cubicBezTo>
                      <a:pt x="21" y="2"/>
                      <a:pt x="21" y="0"/>
                      <a:pt x="15" y="0"/>
                    </a:cubicBezTo>
                    <a:cubicBezTo>
                      <a:pt x="6" y="0"/>
                      <a:pt x="0" y="7"/>
                      <a:pt x="0" y="17"/>
                    </a:cubicBezTo>
                    <a:cubicBezTo>
                      <a:pt x="0" y="25"/>
                      <a:pt x="0" y="25"/>
                      <a:pt x="8" y="35"/>
                    </a:cubicBezTo>
                    <a:cubicBezTo>
                      <a:pt x="57" y="93"/>
                      <a:pt x="106" y="151"/>
                      <a:pt x="155" y="210"/>
                    </a:cubicBezTo>
                    <a:cubicBezTo>
                      <a:pt x="106" y="267"/>
                      <a:pt x="57" y="325"/>
                      <a:pt x="8" y="382"/>
                    </a:cubicBezTo>
                    <a:cubicBezTo>
                      <a:pt x="0" y="392"/>
                      <a:pt x="0" y="392"/>
                      <a:pt x="0" y="400"/>
                    </a:cubicBezTo>
                    <a:cubicBezTo>
                      <a:pt x="0" y="410"/>
                      <a:pt x="6" y="417"/>
                      <a:pt x="15" y="417"/>
                    </a:cubicBezTo>
                    <a:cubicBezTo>
                      <a:pt x="21" y="417"/>
                      <a:pt x="21" y="414"/>
                      <a:pt x="31" y="405"/>
                    </a:cubicBezTo>
                    <a:cubicBezTo>
                      <a:pt x="79" y="347"/>
                      <a:pt x="126" y="289"/>
                      <a:pt x="174" y="232"/>
                    </a:cubicBezTo>
                    <a:cubicBezTo>
                      <a:pt x="224" y="292"/>
                      <a:pt x="275" y="352"/>
                      <a:pt x="325" y="412"/>
                    </a:cubicBezTo>
                    <a:cubicBezTo>
                      <a:pt x="327" y="412"/>
                      <a:pt x="331" y="417"/>
                      <a:pt x="336" y="417"/>
                    </a:cubicBezTo>
                    <a:cubicBezTo>
                      <a:pt x="346" y="417"/>
                      <a:pt x="350" y="410"/>
                      <a:pt x="350" y="400"/>
                    </a:cubicBezTo>
                    <a:cubicBezTo>
                      <a:pt x="350" y="397"/>
                      <a:pt x="350" y="395"/>
                      <a:pt x="348" y="390"/>
                    </a:cubicBezTo>
                    <a:cubicBezTo>
                      <a:pt x="348" y="387"/>
                      <a:pt x="232" y="252"/>
                      <a:pt x="197" y="210"/>
                    </a:cubicBezTo>
                    <a:cubicBezTo>
                      <a:pt x="241" y="156"/>
                      <a:pt x="285" y="103"/>
                      <a:pt x="329" y="49"/>
                    </a:cubicBezTo>
                    <a:cubicBezTo>
                      <a:pt x="334" y="44"/>
                      <a:pt x="344" y="35"/>
                      <a:pt x="348" y="30"/>
                    </a:cubicBezTo>
                    <a:cubicBezTo>
                      <a:pt x="348" y="27"/>
                      <a:pt x="350" y="25"/>
                      <a:pt x="350" y="17"/>
                    </a:cubicBezTo>
                    <a:cubicBezTo>
                      <a:pt x="350" y="7"/>
                      <a:pt x="346" y="0"/>
                      <a:pt x="336" y="0"/>
                    </a:cubicBezTo>
                    <a:cubicBezTo>
                      <a:pt x="331" y="0"/>
                      <a:pt x="327" y="5"/>
                      <a:pt x="319" y="12"/>
                    </a:cubicBezTo>
                    <a:cubicBezTo>
                      <a:pt x="271" y="70"/>
                      <a:pt x="224" y="127"/>
                      <a:pt x="176" y="185"/>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6" name=""/>
              <p:cNvSpPr/>
              <p:nvPr/>
            </p:nvSpPr>
            <p:spPr>
              <a:xfrm>
                <a:off x="6926760" y="5048640"/>
                <a:ext cx="85680" cy="207000"/>
              </a:xfrm>
              <a:custGeom>
                <a:avLst/>
                <a:gdLst/>
                <a:ahLst/>
                <a:rect l="0" t="0" r="r" b="b"/>
                <a:pathLst>
                  <a:path w="238" h="575">
                    <a:moveTo>
                      <a:pt x="149" y="22"/>
                    </a:moveTo>
                    <a:cubicBezTo>
                      <a:pt x="149" y="2"/>
                      <a:pt x="149" y="0"/>
                      <a:pt x="131" y="0"/>
                    </a:cubicBezTo>
                    <a:cubicBezTo>
                      <a:pt x="87" y="54"/>
                      <a:pt x="23" y="54"/>
                      <a:pt x="0" y="54"/>
                    </a:cubicBezTo>
                    <a:cubicBezTo>
                      <a:pt x="0" y="63"/>
                      <a:pt x="0" y="72"/>
                      <a:pt x="0" y="81"/>
                    </a:cubicBezTo>
                    <a:cubicBezTo>
                      <a:pt x="15" y="81"/>
                      <a:pt x="56" y="81"/>
                      <a:pt x="95" y="59"/>
                    </a:cubicBezTo>
                    <a:cubicBezTo>
                      <a:pt x="95" y="208"/>
                      <a:pt x="95" y="357"/>
                      <a:pt x="95" y="506"/>
                    </a:cubicBezTo>
                    <a:cubicBezTo>
                      <a:pt x="95" y="538"/>
                      <a:pt x="93" y="548"/>
                      <a:pt x="27" y="548"/>
                    </a:cubicBezTo>
                    <a:cubicBezTo>
                      <a:pt x="19" y="548"/>
                      <a:pt x="12" y="548"/>
                      <a:pt x="4" y="548"/>
                    </a:cubicBezTo>
                    <a:cubicBezTo>
                      <a:pt x="4" y="557"/>
                      <a:pt x="4" y="566"/>
                      <a:pt x="4" y="575"/>
                    </a:cubicBezTo>
                    <a:cubicBezTo>
                      <a:pt x="29" y="572"/>
                      <a:pt x="93" y="572"/>
                      <a:pt x="122" y="572"/>
                    </a:cubicBezTo>
                    <a:cubicBezTo>
                      <a:pt x="151" y="572"/>
                      <a:pt x="213" y="572"/>
                      <a:pt x="238" y="575"/>
                    </a:cubicBezTo>
                    <a:cubicBezTo>
                      <a:pt x="238" y="566"/>
                      <a:pt x="238" y="557"/>
                      <a:pt x="238" y="548"/>
                    </a:cubicBezTo>
                    <a:cubicBezTo>
                      <a:pt x="231" y="548"/>
                      <a:pt x="223" y="548"/>
                      <a:pt x="215" y="548"/>
                    </a:cubicBezTo>
                    <a:cubicBezTo>
                      <a:pt x="151" y="548"/>
                      <a:pt x="149" y="538"/>
                      <a:pt x="149" y="506"/>
                    </a:cubicBezTo>
                    <a:cubicBezTo>
                      <a:pt x="149" y="345"/>
                      <a:pt x="149" y="183"/>
                      <a:pt x="149" y="2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7" name=""/>
              <p:cNvSpPr/>
              <p:nvPr/>
            </p:nvSpPr>
            <p:spPr>
              <a:xfrm>
                <a:off x="7044480" y="5048640"/>
                <a:ext cx="109800" cy="214200"/>
              </a:xfrm>
              <a:custGeom>
                <a:avLst/>
                <a:gdLst/>
                <a:ahLst/>
                <a:rect l="0" t="0" r="r" b="b"/>
                <a:pathLst>
                  <a:path w="305" h="595">
                    <a:moveTo>
                      <a:pt x="305" y="299"/>
                    </a:moveTo>
                    <a:cubicBezTo>
                      <a:pt x="305" y="229"/>
                      <a:pt x="302" y="160"/>
                      <a:pt x="276" y="96"/>
                    </a:cubicBezTo>
                    <a:cubicBezTo>
                      <a:pt x="242" y="12"/>
                      <a:pt x="182" y="0"/>
                      <a:pt x="153" y="0"/>
                    </a:cubicBezTo>
                    <a:cubicBezTo>
                      <a:pt x="110" y="0"/>
                      <a:pt x="56" y="22"/>
                      <a:pt x="27" y="104"/>
                    </a:cubicBezTo>
                    <a:cubicBezTo>
                      <a:pt x="2" y="163"/>
                      <a:pt x="0" y="229"/>
                      <a:pt x="0" y="299"/>
                    </a:cubicBezTo>
                    <a:cubicBezTo>
                      <a:pt x="0" y="363"/>
                      <a:pt x="2" y="442"/>
                      <a:pt x="31" y="506"/>
                    </a:cubicBezTo>
                    <a:cubicBezTo>
                      <a:pt x="64" y="577"/>
                      <a:pt x="116" y="595"/>
                      <a:pt x="151" y="595"/>
                    </a:cubicBezTo>
                    <a:cubicBezTo>
                      <a:pt x="191" y="595"/>
                      <a:pt x="247" y="575"/>
                      <a:pt x="278" y="493"/>
                    </a:cubicBezTo>
                    <a:cubicBezTo>
                      <a:pt x="302" y="434"/>
                      <a:pt x="305" y="368"/>
                      <a:pt x="305" y="299"/>
                    </a:cubicBezTo>
                    <a:moveTo>
                      <a:pt x="151" y="575"/>
                    </a:moveTo>
                    <a:cubicBezTo>
                      <a:pt x="124" y="575"/>
                      <a:pt x="81" y="553"/>
                      <a:pt x="68" y="471"/>
                    </a:cubicBezTo>
                    <a:cubicBezTo>
                      <a:pt x="60" y="419"/>
                      <a:pt x="60" y="338"/>
                      <a:pt x="60" y="289"/>
                    </a:cubicBezTo>
                    <a:cubicBezTo>
                      <a:pt x="60" y="232"/>
                      <a:pt x="60" y="175"/>
                      <a:pt x="66" y="128"/>
                    </a:cubicBezTo>
                    <a:cubicBezTo>
                      <a:pt x="79" y="27"/>
                      <a:pt x="135" y="20"/>
                      <a:pt x="151" y="20"/>
                    </a:cubicBezTo>
                    <a:cubicBezTo>
                      <a:pt x="176" y="20"/>
                      <a:pt x="224" y="35"/>
                      <a:pt x="238" y="121"/>
                    </a:cubicBezTo>
                    <a:cubicBezTo>
                      <a:pt x="244" y="168"/>
                      <a:pt x="244" y="234"/>
                      <a:pt x="244" y="289"/>
                    </a:cubicBezTo>
                    <a:cubicBezTo>
                      <a:pt x="244" y="353"/>
                      <a:pt x="244" y="412"/>
                      <a:pt x="236" y="466"/>
                    </a:cubicBezTo>
                    <a:cubicBezTo>
                      <a:pt x="226" y="550"/>
                      <a:pt x="184" y="575"/>
                      <a:pt x="151" y="575"/>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8" name=""/>
              <p:cNvSpPr/>
              <p:nvPr/>
            </p:nvSpPr>
            <p:spPr>
              <a:xfrm>
                <a:off x="7175160" y="4997880"/>
                <a:ext cx="84240" cy="149040"/>
              </a:xfrm>
              <a:custGeom>
                <a:avLst/>
                <a:gdLst/>
                <a:ahLst/>
                <a:rect l="0" t="0" r="r" b="b"/>
                <a:pathLst>
                  <a:path w="234" h="414">
                    <a:moveTo>
                      <a:pt x="153" y="183"/>
                    </a:moveTo>
                    <a:cubicBezTo>
                      <a:pt x="193" y="160"/>
                      <a:pt x="218" y="133"/>
                      <a:pt x="218" y="91"/>
                    </a:cubicBezTo>
                    <a:cubicBezTo>
                      <a:pt x="218" y="32"/>
                      <a:pt x="166" y="0"/>
                      <a:pt x="118" y="0"/>
                    </a:cubicBezTo>
                    <a:cubicBezTo>
                      <a:pt x="62" y="0"/>
                      <a:pt x="15" y="44"/>
                      <a:pt x="15" y="101"/>
                    </a:cubicBezTo>
                    <a:cubicBezTo>
                      <a:pt x="15" y="131"/>
                      <a:pt x="27" y="150"/>
                      <a:pt x="35" y="163"/>
                    </a:cubicBezTo>
                    <a:cubicBezTo>
                      <a:pt x="46" y="175"/>
                      <a:pt x="48" y="178"/>
                      <a:pt x="79" y="200"/>
                    </a:cubicBezTo>
                    <a:cubicBezTo>
                      <a:pt x="50" y="212"/>
                      <a:pt x="0" y="247"/>
                      <a:pt x="0" y="308"/>
                    </a:cubicBezTo>
                    <a:cubicBezTo>
                      <a:pt x="0" y="377"/>
                      <a:pt x="58" y="414"/>
                      <a:pt x="116" y="414"/>
                    </a:cubicBezTo>
                    <a:cubicBezTo>
                      <a:pt x="180" y="414"/>
                      <a:pt x="234" y="365"/>
                      <a:pt x="234" y="301"/>
                    </a:cubicBezTo>
                    <a:cubicBezTo>
                      <a:pt x="234" y="259"/>
                      <a:pt x="213" y="227"/>
                      <a:pt x="184" y="205"/>
                    </a:cubicBezTo>
                    <a:cubicBezTo>
                      <a:pt x="178" y="200"/>
                      <a:pt x="160" y="188"/>
                      <a:pt x="153" y="183"/>
                    </a:cubicBezTo>
                    <a:moveTo>
                      <a:pt x="70" y="126"/>
                    </a:moveTo>
                    <a:cubicBezTo>
                      <a:pt x="56" y="118"/>
                      <a:pt x="41" y="101"/>
                      <a:pt x="41" y="79"/>
                    </a:cubicBezTo>
                    <a:cubicBezTo>
                      <a:pt x="41" y="39"/>
                      <a:pt x="79" y="17"/>
                      <a:pt x="116" y="17"/>
                    </a:cubicBezTo>
                    <a:cubicBezTo>
                      <a:pt x="155" y="17"/>
                      <a:pt x="191" y="47"/>
                      <a:pt x="191" y="91"/>
                    </a:cubicBezTo>
                    <a:cubicBezTo>
                      <a:pt x="191" y="146"/>
                      <a:pt x="139" y="173"/>
                      <a:pt x="137" y="173"/>
                    </a:cubicBezTo>
                    <a:cubicBezTo>
                      <a:pt x="135" y="171"/>
                      <a:pt x="135" y="170"/>
                      <a:pt x="131" y="168"/>
                    </a:cubicBezTo>
                    <a:cubicBezTo>
                      <a:pt x="110" y="154"/>
                      <a:pt x="90" y="140"/>
                      <a:pt x="70" y="126"/>
                    </a:cubicBezTo>
                    <a:moveTo>
                      <a:pt x="95" y="210"/>
                    </a:moveTo>
                    <a:cubicBezTo>
                      <a:pt x="118" y="226"/>
                      <a:pt x="141" y="243"/>
                      <a:pt x="164" y="259"/>
                    </a:cubicBezTo>
                    <a:cubicBezTo>
                      <a:pt x="178" y="266"/>
                      <a:pt x="203" y="286"/>
                      <a:pt x="203" y="321"/>
                    </a:cubicBezTo>
                    <a:cubicBezTo>
                      <a:pt x="203" y="368"/>
                      <a:pt x="162" y="395"/>
                      <a:pt x="118" y="395"/>
                    </a:cubicBezTo>
                    <a:cubicBezTo>
                      <a:pt x="70" y="395"/>
                      <a:pt x="31" y="360"/>
                      <a:pt x="31" y="308"/>
                    </a:cubicBezTo>
                    <a:cubicBezTo>
                      <a:pt x="31" y="264"/>
                      <a:pt x="58" y="229"/>
                      <a:pt x="95" y="21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39" name=""/>
              <p:cNvSpPr/>
              <p:nvPr/>
            </p:nvSpPr>
            <p:spPr>
              <a:xfrm>
                <a:off x="7296120" y="5036040"/>
                <a:ext cx="185760" cy="226440"/>
              </a:xfrm>
              <a:custGeom>
                <a:avLst/>
                <a:gdLst/>
                <a:ahLst/>
                <a:rect l="0" t="0" r="r" b="b"/>
                <a:pathLst>
                  <a:path w="516" h="629">
                    <a:moveTo>
                      <a:pt x="516" y="10"/>
                    </a:moveTo>
                    <a:cubicBezTo>
                      <a:pt x="516" y="7"/>
                      <a:pt x="514" y="0"/>
                      <a:pt x="508" y="0"/>
                    </a:cubicBezTo>
                    <a:cubicBezTo>
                      <a:pt x="505" y="0"/>
                      <a:pt x="505" y="2"/>
                      <a:pt x="497" y="10"/>
                    </a:cubicBezTo>
                    <a:cubicBezTo>
                      <a:pt x="480" y="32"/>
                      <a:pt x="463" y="54"/>
                      <a:pt x="445" y="76"/>
                    </a:cubicBezTo>
                    <a:cubicBezTo>
                      <a:pt x="439" y="64"/>
                      <a:pt x="406" y="0"/>
                      <a:pt x="325" y="0"/>
                    </a:cubicBezTo>
                    <a:cubicBezTo>
                      <a:pt x="164" y="0"/>
                      <a:pt x="0" y="192"/>
                      <a:pt x="0" y="392"/>
                    </a:cubicBezTo>
                    <a:cubicBezTo>
                      <a:pt x="0" y="530"/>
                      <a:pt x="81" y="629"/>
                      <a:pt x="197" y="629"/>
                    </a:cubicBezTo>
                    <a:cubicBezTo>
                      <a:pt x="230" y="629"/>
                      <a:pt x="263" y="622"/>
                      <a:pt x="288" y="607"/>
                    </a:cubicBezTo>
                    <a:cubicBezTo>
                      <a:pt x="325" y="590"/>
                      <a:pt x="340" y="572"/>
                      <a:pt x="352" y="555"/>
                    </a:cubicBezTo>
                    <a:cubicBezTo>
                      <a:pt x="358" y="577"/>
                      <a:pt x="377" y="609"/>
                      <a:pt x="385" y="609"/>
                    </a:cubicBezTo>
                    <a:cubicBezTo>
                      <a:pt x="389" y="609"/>
                      <a:pt x="389" y="607"/>
                      <a:pt x="389" y="604"/>
                    </a:cubicBezTo>
                    <a:cubicBezTo>
                      <a:pt x="392" y="604"/>
                      <a:pt x="398" y="570"/>
                      <a:pt x="402" y="553"/>
                    </a:cubicBezTo>
                    <a:cubicBezTo>
                      <a:pt x="407" y="530"/>
                      <a:pt x="412" y="508"/>
                      <a:pt x="416" y="486"/>
                    </a:cubicBezTo>
                    <a:cubicBezTo>
                      <a:pt x="418" y="471"/>
                      <a:pt x="423" y="456"/>
                      <a:pt x="425" y="442"/>
                    </a:cubicBezTo>
                    <a:cubicBezTo>
                      <a:pt x="433" y="402"/>
                      <a:pt x="435" y="402"/>
                      <a:pt x="476" y="400"/>
                    </a:cubicBezTo>
                    <a:cubicBezTo>
                      <a:pt x="479" y="400"/>
                      <a:pt x="487" y="400"/>
                      <a:pt x="487" y="382"/>
                    </a:cubicBezTo>
                    <a:cubicBezTo>
                      <a:pt x="487" y="377"/>
                      <a:pt x="485" y="373"/>
                      <a:pt x="479" y="373"/>
                    </a:cubicBezTo>
                    <a:cubicBezTo>
                      <a:pt x="462" y="373"/>
                      <a:pt x="418" y="377"/>
                      <a:pt x="402" y="377"/>
                    </a:cubicBezTo>
                    <a:cubicBezTo>
                      <a:pt x="379" y="377"/>
                      <a:pt x="323" y="373"/>
                      <a:pt x="300" y="373"/>
                    </a:cubicBezTo>
                    <a:cubicBezTo>
                      <a:pt x="292" y="373"/>
                      <a:pt x="284" y="373"/>
                      <a:pt x="284" y="390"/>
                    </a:cubicBezTo>
                    <a:cubicBezTo>
                      <a:pt x="284" y="400"/>
                      <a:pt x="290" y="400"/>
                      <a:pt x="307" y="400"/>
                    </a:cubicBezTo>
                    <a:cubicBezTo>
                      <a:pt x="319" y="400"/>
                      <a:pt x="327" y="400"/>
                      <a:pt x="344" y="402"/>
                    </a:cubicBezTo>
                    <a:cubicBezTo>
                      <a:pt x="365" y="405"/>
                      <a:pt x="367" y="407"/>
                      <a:pt x="367" y="419"/>
                    </a:cubicBezTo>
                    <a:cubicBezTo>
                      <a:pt x="367" y="427"/>
                      <a:pt x="358" y="466"/>
                      <a:pt x="352" y="498"/>
                    </a:cubicBezTo>
                    <a:cubicBezTo>
                      <a:pt x="331" y="592"/>
                      <a:pt x="236" y="602"/>
                      <a:pt x="211" y="602"/>
                    </a:cubicBezTo>
                    <a:cubicBezTo>
                      <a:pt x="141" y="602"/>
                      <a:pt x="66" y="553"/>
                      <a:pt x="66" y="419"/>
                    </a:cubicBezTo>
                    <a:cubicBezTo>
                      <a:pt x="66" y="395"/>
                      <a:pt x="73" y="252"/>
                      <a:pt x="149" y="138"/>
                    </a:cubicBezTo>
                    <a:cubicBezTo>
                      <a:pt x="189" y="79"/>
                      <a:pt x="259" y="27"/>
                      <a:pt x="331" y="27"/>
                    </a:cubicBezTo>
                    <a:cubicBezTo>
                      <a:pt x="406" y="27"/>
                      <a:pt x="447" y="94"/>
                      <a:pt x="447" y="195"/>
                    </a:cubicBezTo>
                    <a:cubicBezTo>
                      <a:pt x="447" y="229"/>
                      <a:pt x="445" y="228"/>
                      <a:pt x="445" y="237"/>
                    </a:cubicBezTo>
                    <a:cubicBezTo>
                      <a:pt x="445" y="245"/>
                      <a:pt x="454" y="247"/>
                      <a:pt x="458" y="247"/>
                    </a:cubicBezTo>
                    <a:cubicBezTo>
                      <a:pt x="466" y="247"/>
                      <a:pt x="466" y="244"/>
                      <a:pt x="470" y="229"/>
                    </a:cubicBezTo>
                    <a:cubicBezTo>
                      <a:pt x="485" y="156"/>
                      <a:pt x="501" y="83"/>
                      <a:pt x="516" y="1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40" name=""/>
              <p:cNvSpPr/>
              <p:nvPr/>
            </p:nvSpPr>
            <p:spPr>
              <a:xfrm>
                <a:off x="7500240" y="5117760"/>
                <a:ext cx="100800" cy="141120"/>
              </a:xfrm>
              <a:custGeom>
                <a:avLst/>
                <a:gdLst/>
                <a:ahLst/>
                <a:rect l="0" t="0" r="r" b="b"/>
                <a:pathLst>
                  <a:path w="280" h="392">
                    <a:moveTo>
                      <a:pt x="104" y="183"/>
                    </a:moveTo>
                    <a:cubicBezTo>
                      <a:pt x="124" y="183"/>
                      <a:pt x="178" y="180"/>
                      <a:pt x="215" y="163"/>
                    </a:cubicBezTo>
                    <a:cubicBezTo>
                      <a:pt x="265" y="138"/>
                      <a:pt x="269" y="86"/>
                      <a:pt x="269" y="74"/>
                    </a:cubicBezTo>
                    <a:cubicBezTo>
                      <a:pt x="269" y="37"/>
                      <a:pt x="242" y="0"/>
                      <a:pt x="191" y="0"/>
                    </a:cubicBezTo>
                    <a:cubicBezTo>
                      <a:pt x="110" y="0"/>
                      <a:pt x="0" y="84"/>
                      <a:pt x="0" y="237"/>
                    </a:cubicBezTo>
                    <a:cubicBezTo>
                      <a:pt x="0" y="323"/>
                      <a:pt x="44" y="392"/>
                      <a:pt x="114" y="392"/>
                    </a:cubicBezTo>
                    <a:cubicBezTo>
                      <a:pt x="220" y="392"/>
                      <a:pt x="280" y="301"/>
                      <a:pt x="280" y="291"/>
                    </a:cubicBezTo>
                    <a:cubicBezTo>
                      <a:pt x="280" y="286"/>
                      <a:pt x="276" y="279"/>
                      <a:pt x="271" y="279"/>
                    </a:cubicBezTo>
                    <a:cubicBezTo>
                      <a:pt x="267" y="279"/>
                      <a:pt x="267" y="281"/>
                      <a:pt x="261" y="289"/>
                    </a:cubicBezTo>
                    <a:cubicBezTo>
                      <a:pt x="205" y="373"/>
                      <a:pt x="124" y="373"/>
                      <a:pt x="116" y="373"/>
                    </a:cubicBezTo>
                    <a:cubicBezTo>
                      <a:pt x="60" y="373"/>
                      <a:pt x="54" y="301"/>
                      <a:pt x="54" y="274"/>
                    </a:cubicBezTo>
                    <a:cubicBezTo>
                      <a:pt x="54" y="262"/>
                      <a:pt x="54" y="237"/>
                      <a:pt x="64" y="183"/>
                    </a:cubicBezTo>
                    <a:cubicBezTo>
                      <a:pt x="77" y="183"/>
                      <a:pt x="90" y="183"/>
                      <a:pt x="104" y="183"/>
                    </a:cubicBezTo>
                    <a:moveTo>
                      <a:pt x="68" y="163"/>
                    </a:moveTo>
                    <a:cubicBezTo>
                      <a:pt x="97" y="32"/>
                      <a:pt x="172" y="20"/>
                      <a:pt x="191" y="20"/>
                    </a:cubicBezTo>
                    <a:cubicBezTo>
                      <a:pt x="226" y="20"/>
                      <a:pt x="244" y="44"/>
                      <a:pt x="244" y="74"/>
                    </a:cubicBezTo>
                    <a:cubicBezTo>
                      <a:pt x="244" y="163"/>
                      <a:pt x="128" y="163"/>
                      <a:pt x="99" y="163"/>
                    </a:cubicBezTo>
                    <a:cubicBezTo>
                      <a:pt x="89" y="163"/>
                      <a:pt x="79" y="163"/>
                      <a:pt x="68" y="16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sp>
            <p:nvSpPr>
              <p:cNvPr id="141" name=""/>
              <p:cNvSpPr/>
              <p:nvPr/>
            </p:nvSpPr>
            <p:spPr>
              <a:xfrm>
                <a:off x="7624800" y="5043240"/>
                <a:ext cx="187200" cy="219240"/>
              </a:xfrm>
              <a:custGeom>
                <a:avLst/>
                <a:gdLst/>
                <a:ahLst/>
                <a:rect l="0" t="0" r="r" b="b"/>
                <a:pathLst>
                  <a:path w="520" h="609">
                    <a:moveTo>
                      <a:pt x="416" y="99"/>
                    </a:moveTo>
                    <a:cubicBezTo>
                      <a:pt x="452" y="30"/>
                      <a:pt x="483" y="27"/>
                      <a:pt x="510" y="27"/>
                    </a:cubicBezTo>
                    <a:cubicBezTo>
                      <a:pt x="518" y="25"/>
                      <a:pt x="516" y="16"/>
                      <a:pt x="520" y="10"/>
                    </a:cubicBezTo>
                    <a:cubicBezTo>
                      <a:pt x="520" y="2"/>
                      <a:pt x="516" y="0"/>
                      <a:pt x="510" y="0"/>
                    </a:cubicBezTo>
                    <a:cubicBezTo>
                      <a:pt x="491" y="0"/>
                      <a:pt x="470" y="2"/>
                      <a:pt x="450" y="2"/>
                    </a:cubicBezTo>
                    <a:cubicBezTo>
                      <a:pt x="427" y="2"/>
                      <a:pt x="402" y="0"/>
                      <a:pt x="379" y="0"/>
                    </a:cubicBezTo>
                    <a:cubicBezTo>
                      <a:pt x="375" y="0"/>
                      <a:pt x="365" y="0"/>
                      <a:pt x="365" y="17"/>
                    </a:cubicBezTo>
                    <a:cubicBezTo>
                      <a:pt x="365" y="25"/>
                      <a:pt x="371" y="27"/>
                      <a:pt x="377" y="27"/>
                    </a:cubicBezTo>
                    <a:cubicBezTo>
                      <a:pt x="396" y="27"/>
                      <a:pt x="410" y="37"/>
                      <a:pt x="410" y="54"/>
                    </a:cubicBezTo>
                    <a:cubicBezTo>
                      <a:pt x="410" y="69"/>
                      <a:pt x="398" y="86"/>
                      <a:pt x="398" y="89"/>
                    </a:cubicBezTo>
                    <a:cubicBezTo>
                      <a:pt x="324" y="229"/>
                      <a:pt x="250" y="370"/>
                      <a:pt x="176" y="511"/>
                    </a:cubicBezTo>
                    <a:cubicBezTo>
                      <a:pt x="160" y="358"/>
                      <a:pt x="143" y="205"/>
                      <a:pt x="126" y="52"/>
                    </a:cubicBezTo>
                    <a:cubicBezTo>
                      <a:pt x="126" y="37"/>
                      <a:pt x="143" y="27"/>
                      <a:pt x="176" y="27"/>
                    </a:cubicBezTo>
                    <a:cubicBezTo>
                      <a:pt x="186" y="27"/>
                      <a:pt x="195" y="27"/>
                      <a:pt x="195" y="10"/>
                    </a:cubicBezTo>
                    <a:cubicBezTo>
                      <a:pt x="195" y="2"/>
                      <a:pt x="189" y="0"/>
                      <a:pt x="184" y="0"/>
                    </a:cubicBezTo>
                    <a:cubicBezTo>
                      <a:pt x="155" y="0"/>
                      <a:pt x="124" y="2"/>
                      <a:pt x="93" y="2"/>
                    </a:cubicBezTo>
                    <a:cubicBezTo>
                      <a:pt x="81" y="2"/>
                      <a:pt x="66" y="2"/>
                      <a:pt x="54" y="2"/>
                    </a:cubicBezTo>
                    <a:cubicBezTo>
                      <a:pt x="41" y="2"/>
                      <a:pt x="27" y="0"/>
                      <a:pt x="15" y="0"/>
                    </a:cubicBezTo>
                    <a:cubicBezTo>
                      <a:pt x="10" y="0"/>
                      <a:pt x="0" y="0"/>
                      <a:pt x="0" y="17"/>
                    </a:cubicBezTo>
                    <a:cubicBezTo>
                      <a:pt x="0" y="27"/>
                      <a:pt x="8" y="27"/>
                      <a:pt x="19" y="27"/>
                    </a:cubicBezTo>
                    <a:cubicBezTo>
                      <a:pt x="60" y="27"/>
                      <a:pt x="60" y="35"/>
                      <a:pt x="62" y="57"/>
                    </a:cubicBezTo>
                    <a:cubicBezTo>
                      <a:pt x="81" y="234"/>
                      <a:pt x="101" y="412"/>
                      <a:pt x="120" y="590"/>
                    </a:cubicBezTo>
                    <a:cubicBezTo>
                      <a:pt x="122" y="607"/>
                      <a:pt x="124" y="609"/>
                      <a:pt x="135" y="609"/>
                    </a:cubicBezTo>
                    <a:cubicBezTo>
                      <a:pt x="147" y="609"/>
                      <a:pt x="149" y="604"/>
                      <a:pt x="155" y="595"/>
                    </a:cubicBezTo>
                    <a:cubicBezTo>
                      <a:pt x="242" y="429"/>
                      <a:pt x="329" y="264"/>
                      <a:pt x="416" y="9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0000"/>
                  </a:solidFill>
                  <a:latin typeface="Arial"/>
                </a:endParaRPr>
              </a:p>
            </p:txBody>
          </p:sp>
        </p:gr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Sum of Neutrino masses Observation</a:t>
            </a:r>
            <a:endParaRPr b="0" lang="en-GB" sz="3300" spc="-1" strike="noStrike">
              <a:solidFill>
                <a:srgbClr val="ffffff"/>
              </a:solidFill>
              <a:latin typeface="Arial"/>
            </a:endParaRPr>
          </a:p>
        </p:txBody>
      </p:sp>
      <p:sp>
        <p:nvSpPr>
          <p:cNvPr id="143" name="PlaceHolder 2"/>
          <p:cNvSpPr>
            <a:spLocks noGrp="1"/>
          </p:cNvSpPr>
          <p:nvPr>
            <p:ph/>
          </p:nvPr>
        </p:nvSpPr>
        <p:spPr>
          <a:xfrm>
            <a:off x="432000" y="1872000"/>
            <a:ext cx="396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Neutrino oscillation shows the minimum sum of neutrino masses should be 0.06 eV or 0.1 eV.</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Since one neutrino should be massless, the sum should be minimum. Satisfy observation.</a:t>
            </a:r>
            <a:endParaRPr b="0" lang="en-GB" sz="2200" spc="-1" strike="noStrike">
              <a:solidFill>
                <a:srgbClr val="000000"/>
              </a:solidFill>
              <a:latin typeface="Arial"/>
            </a:endParaRPr>
          </a:p>
        </p:txBody>
      </p:sp>
      <p:pic>
        <p:nvPicPr>
          <p:cNvPr id="144" name="" descr=""/>
          <p:cNvPicPr/>
          <p:nvPr/>
        </p:nvPicPr>
        <p:blipFill>
          <a:blip r:embed="rId1">
            <a:alphaModFix amt="70000"/>
          </a:blip>
          <a:stretch/>
        </p:blipFill>
        <p:spPr>
          <a:xfrm>
            <a:off x="4680000" y="1260000"/>
            <a:ext cx="5328000" cy="4410000"/>
          </a:xfrm>
          <a:prstGeom prst="rect">
            <a:avLst/>
          </a:prstGeom>
          <a:ln w="18000">
            <a:noFill/>
          </a:ln>
        </p:spPr>
      </p:pic>
      <p:sp>
        <p:nvSpPr>
          <p:cNvPr id="145" name=""/>
          <p:cNvSpPr/>
          <p:nvPr/>
        </p:nvSpPr>
        <p:spPr>
          <a:xfrm>
            <a:off x="4824000" y="5400000"/>
            <a:ext cx="2088000" cy="270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300" spc="-1" strike="noStrike">
                <a:solidFill>
                  <a:srgbClr val="000000"/>
                </a:solidFill>
                <a:latin typeface="Arial"/>
              </a:rPr>
              <a:t>Helen Shao et al (2024)</a:t>
            </a:r>
            <a:endParaRPr b="0" lang="en-GB"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endParaRPr b="0" lang="en-GB" sz="3300" spc="-1" strike="noStrike">
              <a:solidFill>
                <a:srgbClr val="ffffff"/>
              </a:solidFill>
              <a:latin typeface="Arial"/>
            </a:endParaRPr>
          </a:p>
        </p:txBody>
      </p:sp>
      <p:pic>
        <p:nvPicPr>
          <p:cNvPr id="147" name="" descr=""/>
          <p:cNvPicPr/>
          <p:nvPr/>
        </p:nvPicPr>
        <p:blipFill>
          <a:blip r:embed="rId1">
            <a:alphaModFix amt="70000"/>
          </a:blip>
          <a:stretch/>
        </p:blipFill>
        <p:spPr>
          <a:xfrm>
            <a:off x="1296000" y="1260000"/>
            <a:ext cx="7763040" cy="4419000"/>
          </a:xfrm>
          <a:prstGeom prst="rect">
            <a:avLst/>
          </a:prstGeom>
          <a:ln w="18000">
            <a:noFill/>
          </a:ln>
        </p:spPr>
      </p:pic>
      <p:sp>
        <p:nvSpPr>
          <p:cNvPr id="148" name=""/>
          <p:cNvSpPr/>
          <p:nvPr/>
        </p:nvSpPr>
        <p:spPr>
          <a:xfrm>
            <a:off x="5976000" y="4320000"/>
            <a:ext cx="540000" cy="540000"/>
          </a:xfrm>
          <a:prstGeom prst="rect">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149" name=""/>
          <p:cNvGrpSpPr/>
          <p:nvPr/>
        </p:nvGrpSpPr>
        <p:grpSpPr>
          <a:xfrm>
            <a:off x="6122880" y="4418640"/>
            <a:ext cx="249120" cy="333360"/>
            <a:chOff x="6122880" y="4418640"/>
            <a:chExt cx="249120" cy="333360"/>
          </a:xfrm>
        </p:grpSpPr>
        <p:grpSp>
          <p:nvGrpSpPr>
            <p:cNvPr id="150" name=""/>
            <p:cNvGrpSpPr/>
            <p:nvPr/>
          </p:nvGrpSpPr>
          <p:grpSpPr>
            <a:xfrm>
              <a:off x="6122880" y="4418640"/>
              <a:ext cx="249120" cy="333360"/>
              <a:chOff x="6122880" y="4418640"/>
              <a:chExt cx="249120" cy="333360"/>
            </a:xfrm>
          </p:grpSpPr>
          <p:sp>
            <p:nvSpPr>
              <p:cNvPr id="151" name=""/>
              <p:cNvSpPr/>
              <p:nvPr/>
            </p:nvSpPr>
            <p:spPr>
              <a:xfrm>
                <a:off x="6143760" y="4443840"/>
                <a:ext cx="207000" cy="283320"/>
              </a:xfrm>
              <a:custGeom>
                <a:avLst/>
                <a:gdLst/>
                <a:ahLst/>
                <a:rect l="0" t="0" r="r" b="b"/>
                <a:pathLst>
                  <a:path w="575" h="787">
                    <a:moveTo>
                      <a:pt x="0" y="0"/>
                    </a:moveTo>
                    <a:cubicBezTo>
                      <a:pt x="192" y="0"/>
                      <a:pt x="383" y="0"/>
                      <a:pt x="575" y="0"/>
                    </a:cubicBezTo>
                    <a:cubicBezTo>
                      <a:pt x="575" y="262"/>
                      <a:pt x="575" y="524"/>
                      <a:pt x="575" y="787"/>
                    </a:cubicBezTo>
                    <a:cubicBezTo>
                      <a:pt x="383" y="787"/>
                      <a:pt x="192" y="787"/>
                      <a:pt x="0" y="787"/>
                    </a:cubicBezTo>
                    <a:cubicBezTo>
                      <a:pt x="0" y="524"/>
                      <a:pt x="0" y="262"/>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52" name=""/>
              <p:cNvSpPr/>
              <p:nvPr/>
            </p:nvSpPr>
            <p:spPr>
              <a:xfrm>
                <a:off x="6122880" y="4418640"/>
                <a:ext cx="249120" cy="333360"/>
              </a:xfrm>
              <a:custGeom>
                <a:avLst/>
                <a:gdLst/>
                <a:ahLst/>
                <a:rect l="0" t="0" r="r" b="b"/>
                <a:pathLst>
                  <a:path w="692" h="926">
                    <a:moveTo>
                      <a:pt x="390" y="744"/>
                    </a:moveTo>
                    <a:cubicBezTo>
                      <a:pt x="565" y="728"/>
                      <a:pt x="692" y="601"/>
                      <a:pt x="692" y="465"/>
                    </a:cubicBezTo>
                    <a:cubicBezTo>
                      <a:pt x="692" y="322"/>
                      <a:pt x="562" y="198"/>
                      <a:pt x="390" y="182"/>
                    </a:cubicBezTo>
                    <a:cubicBezTo>
                      <a:pt x="390" y="158"/>
                      <a:pt x="390" y="133"/>
                      <a:pt x="390" y="108"/>
                    </a:cubicBezTo>
                    <a:cubicBezTo>
                      <a:pt x="390" y="62"/>
                      <a:pt x="390" y="43"/>
                      <a:pt x="497" y="43"/>
                    </a:cubicBezTo>
                    <a:cubicBezTo>
                      <a:pt x="510" y="43"/>
                      <a:pt x="523" y="43"/>
                      <a:pt x="536" y="43"/>
                    </a:cubicBezTo>
                    <a:cubicBezTo>
                      <a:pt x="536" y="28"/>
                      <a:pt x="536" y="14"/>
                      <a:pt x="536" y="0"/>
                    </a:cubicBezTo>
                    <a:cubicBezTo>
                      <a:pt x="494" y="4"/>
                      <a:pt x="391" y="4"/>
                      <a:pt x="344" y="4"/>
                    </a:cubicBezTo>
                    <a:cubicBezTo>
                      <a:pt x="297" y="4"/>
                      <a:pt x="192" y="4"/>
                      <a:pt x="149" y="0"/>
                    </a:cubicBezTo>
                    <a:cubicBezTo>
                      <a:pt x="149" y="14"/>
                      <a:pt x="149" y="28"/>
                      <a:pt x="149" y="43"/>
                    </a:cubicBezTo>
                    <a:cubicBezTo>
                      <a:pt x="162" y="43"/>
                      <a:pt x="175" y="43"/>
                      <a:pt x="188" y="43"/>
                    </a:cubicBezTo>
                    <a:cubicBezTo>
                      <a:pt x="296" y="43"/>
                      <a:pt x="296" y="58"/>
                      <a:pt x="296" y="108"/>
                    </a:cubicBezTo>
                    <a:cubicBezTo>
                      <a:pt x="296" y="133"/>
                      <a:pt x="296" y="158"/>
                      <a:pt x="296" y="182"/>
                    </a:cubicBezTo>
                    <a:cubicBezTo>
                      <a:pt x="120" y="201"/>
                      <a:pt x="0" y="329"/>
                      <a:pt x="0" y="461"/>
                    </a:cubicBezTo>
                    <a:cubicBezTo>
                      <a:pt x="0" y="601"/>
                      <a:pt x="127" y="725"/>
                      <a:pt x="296" y="744"/>
                    </a:cubicBezTo>
                    <a:cubicBezTo>
                      <a:pt x="296" y="768"/>
                      <a:pt x="296" y="793"/>
                      <a:pt x="296" y="818"/>
                    </a:cubicBezTo>
                    <a:cubicBezTo>
                      <a:pt x="296" y="864"/>
                      <a:pt x="296" y="883"/>
                      <a:pt x="188" y="883"/>
                    </a:cubicBezTo>
                    <a:cubicBezTo>
                      <a:pt x="175" y="883"/>
                      <a:pt x="162" y="883"/>
                      <a:pt x="149" y="883"/>
                    </a:cubicBezTo>
                    <a:cubicBezTo>
                      <a:pt x="149" y="898"/>
                      <a:pt x="149" y="912"/>
                      <a:pt x="149" y="926"/>
                    </a:cubicBezTo>
                    <a:cubicBezTo>
                      <a:pt x="192" y="922"/>
                      <a:pt x="294" y="922"/>
                      <a:pt x="341" y="922"/>
                    </a:cubicBezTo>
                    <a:cubicBezTo>
                      <a:pt x="388" y="922"/>
                      <a:pt x="494" y="922"/>
                      <a:pt x="536" y="926"/>
                    </a:cubicBezTo>
                    <a:cubicBezTo>
                      <a:pt x="536" y="912"/>
                      <a:pt x="536" y="898"/>
                      <a:pt x="536" y="883"/>
                    </a:cubicBezTo>
                    <a:cubicBezTo>
                      <a:pt x="523" y="883"/>
                      <a:pt x="510" y="883"/>
                      <a:pt x="497" y="883"/>
                    </a:cubicBezTo>
                    <a:cubicBezTo>
                      <a:pt x="390" y="883"/>
                      <a:pt x="390" y="868"/>
                      <a:pt x="390" y="818"/>
                    </a:cubicBezTo>
                    <a:cubicBezTo>
                      <a:pt x="390" y="793"/>
                      <a:pt x="390" y="768"/>
                      <a:pt x="390" y="744"/>
                    </a:cubicBezTo>
                    <a:moveTo>
                      <a:pt x="296" y="713"/>
                    </a:moveTo>
                    <a:cubicBezTo>
                      <a:pt x="133" y="686"/>
                      <a:pt x="114" y="546"/>
                      <a:pt x="114" y="465"/>
                    </a:cubicBezTo>
                    <a:cubicBezTo>
                      <a:pt x="114" y="391"/>
                      <a:pt x="123" y="240"/>
                      <a:pt x="296" y="213"/>
                    </a:cubicBezTo>
                    <a:cubicBezTo>
                      <a:pt x="296" y="380"/>
                      <a:pt x="296" y="546"/>
                      <a:pt x="296" y="713"/>
                    </a:cubicBezTo>
                    <a:moveTo>
                      <a:pt x="390" y="213"/>
                    </a:moveTo>
                    <a:cubicBezTo>
                      <a:pt x="546" y="236"/>
                      <a:pt x="578" y="360"/>
                      <a:pt x="578" y="461"/>
                    </a:cubicBezTo>
                    <a:cubicBezTo>
                      <a:pt x="578" y="542"/>
                      <a:pt x="562" y="690"/>
                      <a:pt x="390" y="713"/>
                    </a:cubicBezTo>
                    <a:cubicBezTo>
                      <a:pt x="390" y="546"/>
                      <a:pt x="390" y="380"/>
                      <a:pt x="390" y="21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153" name=""/>
          <p:cNvSpPr txBox="1"/>
          <p:nvPr/>
        </p:nvSpPr>
        <p:spPr>
          <a:xfrm>
            <a:off x="5328000" y="4814640"/>
            <a:ext cx="1800000" cy="585360"/>
          </a:xfrm>
          <a:prstGeom prst="rect">
            <a:avLst/>
          </a:prstGeom>
          <a:noFill/>
          <a:ln w="18000">
            <a:noFill/>
          </a:ln>
        </p:spPr>
        <p:txBody>
          <a:bodyPr lIns="90000" rIns="90000" tIns="45000" bIns="45000" anchor="t">
            <a:noAutofit/>
          </a:bodyPr>
          <a:p>
            <a:pPr algn="ctr"/>
            <a:r>
              <a:rPr b="1" lang="en-GB" sz="2400" spc="-1" strike="noStrike">
                <a:solidFill>
                  <a:srgbClr val="ffffff"/>
                </a:solidFill>
                <a:latin typeface="Arial"/>
              </a:rPr>
              <a:t>dim-0 scalar field</a:t>
            </a:r>
            <a:endParaRPr b="0" lang="en-GB" sz="2400" spc="-1" strike="noStrike">
              <a:solidFill>
                <a:srgbClr val="ffffff"/>
              </a:solidFill>
              <a:latin typeface="Arial"/>
            </a:endParaRPr>
          </a:p>
        </p:txBody>
      </p:sp>
      <p:pic>
        <p:nvPicPr>
          <p:cNvPr id="154" name="" descr=""/>
          <p:cNvPicPr/>
          <p:nvPr/>
        </p:nvPicPr>
        <p:blipFill>
          <a:blip r:embed="rId2">
            <a:alphaModFix amt="70000"/>
          </a:blip>
          <a:srcRect l="25800" t="69435" r="53329" b="18331"/>
          <a:stretch/>
        </p:blipFill>
        <p:spPr>
          <a:xfrm>
            <a:off x="3315600" y="4871520"/>
            <a:ext cx="1619640" cy="539640"/>
          </a:xfrm>
          <a:prstGeom prst="rect">
            <a:avLst/>
          </a:prstGeom>
          <a:ln w="18000">
            <a:noFill/>
          </a:ln>
        </p:spPr>
      </p:pic>
      <p:sp>
        <p:nvSpPr>
          <p:cNvPr id="155" name=""/>
          <p:cNvSpPr txBox="1"/>
          <p:nvPr/>
        </p:nvSpPr>
        <p:spPr>
          <a:xfrm>
            <a:off x="363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6" name=""/>
          <p:cNvSpPr txBox="1"/>
          <p:nvPr/>
        </p:nvSpPr>
        <p:spPr>
          <a:xfrm>
            <a:off x="417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7" name=""/>
          <p:cNvSpPr txBox="1"/>
          <p:nvPr/>
        </p:nvSpPr>
        <p:spPr>
          <a:xfrm>
            <a:off x="4716000" y="459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L</a:t>
            </a:r>
            <a:endParaRPr b="0" lang="en-GB" sz="1800" spc="-1" strike="noStrike">
              <a:solidFill>
                <a:srgbClr val="ffffff"/>
              </a:solidFill>
              <a:latin typeface="Arial"/>
            </a:endParaRPr>
          </a:p>
        </p:txBody>
      </p:sp>
      <p:sp>
        <p:nvSpPr>
          <p:cNvPr id="158" name=""/>
          <p:cNvSpPr txBox="1"/>
          <p:nvPr/>
        </p:nvSpPr>
        <p:spPr>
          <a:xfrm>
            <a:off x="3636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59" name=""/>
          <p:cNvSpPr txBox="1"/>
          <p:nvPr/>
        </p:nvSpPr>
        <p:spPr>
          <a:xfrm>
            <a:off x="421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60" name=""/>
          <p:cNvSpPr txBox="1"/>
          <p:nvPr/>
        </p:nvSpPr>
        <p:spPr>
          <a:xfrm>
            <a:off x="4752000" y="5138640"/>
            <a:ext cx="360000" cy="405360"/>
          </a:xfrm>
          <a:prstGeom prst="rect">
            <a:avLst/>
          </a:prstGeom>
          <a:noFill/>
          <a:ln w="18000">
            <a:noFill/>
          </a:ln>
        </p:spPr>
        <p:txBody>
          <a:bodyPr lIns="90000" rIns="90000" tIns="45000" bIns="45000" anchor="t">
            <a:noAutofit/>
          </a:bodyPr>
          <a:p>
            <a:pPr algn="ctr"/>
            <a:r>
              <a:rPr b="1" lang="en-GB" sz="1800" spc="-1" strike="noStrike">
                <a:solidFill>
                  <a:srgbClr val="000000"/>
                </a:solidFill>
                <a:highlight>
                  <a:srgbClr val="ffff00"/>
                </a:highlight>
                <a:latin typeface="Arial"/>
              </a:rPr>
              <a:t>R</a:t>
            </a:r>
            <a:endParaRPr b="0" lang="en-GB" sz="1800" spc="-1" strike="noStrike">
              <a:solidFill>
                <a:srgbClr val="ffffff"/>
              </a:solidFill>
              <a:latin typeface="Arial"/>
            </a:endParaRPr>
          </a:p>
        </p:txBody>
      </p:sp>
      <p:sp>
        <p:nvSpPr>
          <p:cNvPr id="161" name=""/>
          <p:cNvSpPr/>
          <p:nvPr/>
        </p:nvSpPr>
        <p:spPr>
          <a:xfrm>
            <a:off x="5220000" y="4212000"/>
            <a:ext cx="1980000" cy="136800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ndParaRPr>
          </a:p>
        </p:txBody>
      </p:sp>
      <p:sp>
        <p:nvSpPr>
          <p:cNvPr id="162" name=""/>
          <p:cNvSpPr txBox="1"/>
          <p:nvPr/>
        </p:nvSpPr>
        <p:spPr>
          <a:xfrm>
            <a:off x="7251120" y="4932000"/>
            <a:ext cx="452880" cy="429840"/>
          </a:xfrm>
          <a:prstGeom prst="rect">
            <a:avLst/>
          </a:prstGeom>
          <a:noFill/>
          <a:ln w="18000">
            <a:noFill/>
          </a:ln>
        </p:spPr>
        <p:txBody>
          <a:bodyPr lIns="90000" rIns="90000" tIns="45000" bIns="45000" anchor="t">
            <a:noAutofit/>
          </a:bodyPr>
          <a:p>
            <a:r>
              <a:rPr b="1" lang="en-GB" sz="3600" spc="-1" strike="noStrike">
                <a:solidFill>
                  <a:srgbClr val="ff0000"/>
                </a:solidFill>
                <a:latin typeface="Arial"/>
              </a:rPr>
              <a:t>?</a:t>
            </a:r>
            <a:endParaRPr b="0" lang="en-GB" sz="36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161"/>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6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sp>
        <p:nvSpPr>
          <p:cNvPr id="164"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165" name="" descr=""/>
          <p:cNvPicPr/>
          <p:nvPr/>
        </p:nvPicPr>
        <p:blipFill>
          <a:blip r:embed="rId1">
            <a:alphaModFix amt="70000"/>
          </a:blip>
          <a:stretch/>
        </p:blipFill>
        <p:spPr>
          <a:xfrm>
            <a:off x="1080000" y="1238760"/>
            <a:ext cx="7904880" cy="4446360"/>
          </a:xfrm>
          <a:prstGeom prst="rect">
            <a:avLst/>
          </a:prstGeom>
          <a:ln w="18000">
            <a:noFill/>
          </a:ln>
        </p:spPr>
      </p:pic>
      <p:sp>
        <p:nvSpPr>
          <p:cNvPr id="166" name=""/>
          <p:cNvSpPr/>
          <p:nvPr/>
        </p:nvSpPr>
        <p:spPr>
          <a:xfrm>
            <a:off x="2520000" y="2160000"/>
            <a:ext cx="360000" cy="216000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p:nvPr/>
        </p:nvSpPr>
        <p:spPr>
          <a:xfrm>
            <a:off x="0" y="1260000"/>
            <a:ext cx="10080000" cy="4425120"/>
          </a:xfrm>
          <a:prstGeom prst="rect">
            <a:avLst/>
          </a:prstGeom>
          <a:solidFill>
            <a:srgbClr val="000000"/>
          </a:solidFill>
          <a:ln w="18000">
            <a:solidFill>
              <a:srgbClr val="000032"/>
            </a:solidFill>
            <a:round/>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68"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sp>
        <p:nvSpPr>
          <p:cNvPr id="169"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170" name="" descr=""/>
          <p:cNvPicPr/>
          <p:nvPr/>
        </p:nvPicPr>
        <p:blipFill>
          <a:blip r:embed="rId1">
            <a:alphaModFix amt="70000"/>
          </a:blip>
          <a:stretch/>
        </p:blipFill>
        <p:spPr>
          <a:xfrm>
            <a:off x="784800" y="2565720"/>
            <a:ext cx="2095200" cy="1394280"/>
          </a:xfrm>
          <a:prstGeom prst="rect">
            <a:avLst/>
          </a:prstGeom>
          <a:ln w="18000">
            <a:noFill/>
          </a:ln>
        </p:spPr>
      </p:pic>
      <p:pic>
        <p:nvPicPr>
          <p:cNvPr id="171" name="" descr=""/>
          <p:cNvPicPr/>
          <p:nvPr/>
        </p:nvPicPr>
        <p:blipFill>
          <a:blip r:embed="rId2">
            <a:alphaModFix amt="70000"/>
          </a:blip>
          <a:srcRect l="13091" t="0" r="13693" b="0"/>
          <a:stretch/>
        </p:blipFill>
        <p:spPr>
          <a:xfrm>
            <a:off x="5076000" y="1260000"/>
            <a:ext cx="4859640" cy="4425120"/>
          </a:xfrm>
          <a:prstGeom prst="rect">
            <a:avLst/>
          </a:prstGeom>
          <a:ln w="18000">
            <a:noFill/>
          </a:ln>
        </p:spPr>
      </p:pic>
      <p:sp>
        <p:nvSpPr>
          <p:cNvPr id="172" name=""/>
          <p:cNvSpPr/>
          <p:nvPr/>
        </p:nvSpPr>
        <p:spPr>
          <a:xfrm>
            <a:off x="2772000" y="3240000"/>
            <a:ext cx="2340000" cy="0"/>
          </a:xfrm>
          <a:prstGeom prst="line">
            <a:avLst/>
          </a:prstGeom>
          <a:ln w="76320">
            <a:solidFill>
              <a:srgbClr val="ff0000"/>
            </a:solidFill>
            <a:round/>
            <a:tailEnd len="med" type="triangle" w="med"/>
          </a:ln>
        </p:spPr>
        <p:style>
          <a:lnRef idx="0"/>
          <a:fillRef idx="0"/>
          <a:effectRef idx="0"/>
          <a:fontRef idx="minor"/>
        </p:style>
        <p:txBody>
          <a:bodyPr lIns="119160" rIns="119160" tIns="-74160" bIns="-74160" anchor="ctr">
            <a:noAutofit/>
          </a:bodyPr>
          <a:p>
            <a:endParaRPr b="0" lang="en-GB" sz="1800" spc="-1" strike="noStrike">
              <a:solidFill>
                <a:srgbClr val="ffffff"/>
              </a:solidFill>
              <a:latin typeface="Arial"/>
            </a:endParaRPr>
          </a:p>
        </p:txBody>
      </p:sp>
      <p:sp>
        <p:nvSpPr>
          <p:cNvPr id="173" name=""/>
          <p:cNvSpPr/>
          <p:nvPr/>
        </p:nvSpPr>
        <p:spPr>
          <a:xfrm>
            <a:off x="3204000" y="2664000"/>
            <a:ext cx="1800000" cy="540000"/>
          </a:xfrm>
          <a:prstGeom prst="rect">
            <a:avLst/>
          </a:prstGeom>
          <a:noFill/>
          <a:ln w="18000">
            <a:noFill/>
          </a:ln>
        </p:spPr>
        <p:style>
          <a:lnRef idx="0"/>
          <a:fillRef idx="0"/>
          <a:effectRef idx="0"/>
          <a:fontRef idx="minor"/>
        </p:style>
        <p:txBody>
          <a:bodyPr wrap="none" lIns="90000" rIns="90000" tIns="45000" bIns="45000" anchor="ctr">
            <a:noAutofit/>
          </a:bodyPr>
          <a:p>
            <a:pPr algn="ctr"/>
            <a:r>
              <a:rPr b="1" lang="en-GB" sz="2400" spc="-1" strike="noStrike">
                <a:solidFill>
                  <a:srgbClr val="ff0000"/>
                </a:solidFill>
                <a:latin typeface="Arial"/>
              </a:rPr>
              <a:t>Inflation</a:t>
            </a:r>
            <a:endParaRPr b="1" lang="en-GB" sz="2400" spc="-1" strike="noStrike">
              <a:solidFill>
                <a:srgbClr val="ff0000"/>
              </a:solidFill>
              <a:latin typeface="Arial"/>
            </a:endParaRPr>
          </a:p>
        </p:txBody>
      </p:sp>
      <p:sp>
        <p:nvSpPr>
          <p:cNvPr id="174" name=""/>
          <p:cNvSpPr/>
          <p:nvPr/>
        </p:nvSpPr>
        <p:spPr>
          <a:xfrm>
            <a:off x="1764000" y="3240000"/>
            <a:ext cx="180000" cy="180000"/>
          </a:xfrm>
          <a:prstGeom prst="ellipse">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75" name=""/>
          <p:cNvSpPr/>
          <p:nvPr/>
        </p:nvSpPr>
        <p:spPr>
          <a:xfrm>
            <a:off x="7416000" y="3420000"/>
            <a:ext cx="180000" cy="180000"/>
          </a:xfrm>
          <a:prstGeom prst="ellipse">
            <a:avLst/>
          </a:prstGeom>
          <a:solidFill>
            <a:srgbClr val="ffff00"/>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sp>
        <p:nvSpPr>
          <p:cNvPr id="176" name=""/>
          <p:cNvSpPr/>
          <p:nvPr/>
        </p:nvSpPr>
        <p:spPr>
          <a:xfrm>
            <a:off x="936000" y="3888000"/>
            <a:ext cx="1800000" cy="540000"/>
          </a:xfrm>
          <a:prstGeom prst="rect">
            <a:avLst/>
          </a:prstGeom>
          <a:noFill/>
          <a:ln w="18000">
            <a:noFill/>
          </a:ln>
        </p:spPr>
        <p:style>
          <a:lnRef idx="0"/>
          <a:fillRef idx="0"/>
          <a:effectRef idx="0"/>
          <a:fontRef idx="minor"/>
        </p:style>
        <p:txBody>
          <a:bodyPr wrap="none" lIns="90000" rIns="90000" tIns="45000" bIns="45000" anchor="ctr">
            <a:noAutofit/>
          </a:bodyPr>
          <a:p>
            <a:pPr algn="ctr"/>
            <a:r>
              <a:rPr b="1" lang="en-GB" sz="1800" spc="-1" strike="noStrike">
                <a:solidFill>
                  <a:srgbClr val="ffff00"/>
                </a:solidFill>
                <a:latin typeface="Arial"/>
              </a:rPr>
              <a:t>Observable Universe</a:t>
            </a:r>
            <a:endParaRPr b="1" lang="en-GB" sz="1800" spc="-1" strike="noStrike">
              <a:solidFill>
                <a:srgbClr val="ffff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Near-scale invariant PPS</a:t>
            </a:r>
            <a:endParaRPr b="0" lang="en-GB" sz="3300" spc="-1" strike="noStrike">
              <a:solidFill>
                <a:srgbClr val="ffffff"/>
              </a:solidFill>
              <a:latin typeface="Arial"/>
            </a:endParaRPr>
          </a:p>
        </p:txBody>
      </p:sp>
      <p:pic>
        <p:nvPicPr>
          <p:cNvPr id="178" name="" descr=""/>
          <p:cNvPicPr/>
          <p:nvPr/>
        </p:nvPicPr>
        <p:blipFill>
          <a:blip r:embed="rId1">
            <a:alphaModFix amt="70000"/>
          </a:blip>
          <a:stretch/>
        </p:blipFill>
        <p:spPr>
          <a:xfrm>
            <a:off x="4104000" y="1440000"/>
            <a:ext cx="5813640" cy="3710520"/>
          </a:xfrm>
          <a:prstGeom prst="rect">
            <a:avLst/>
          </a:prstGeom>
          <a:ln w="18000">
            <a:noFill/>
          </a:ln>
        </p:spPr>
      </p:pic>
      <p:sp>
        <p:nvSpPr>
          <p:cNvPr id="179" name=""/>
          <p:cNvSpPr/>
          <p:nvPr/>
        </p:nvSpPr>
        <p:spPr>
          <a:xfrm>
            <a:off x="216000" y="2376000"/>
            <a:ext cx="3420000" cy="144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spcAft>
                <a:spcPts val="1060"/>
              </a:spcAft>
            </a:pPr>
            <a:r>
              <a:rPr b="0" lang="en-GB" sz="2400" spc="-1" strike="noStrike">
                <a:solidFill>
                  <a:srgbClr val="ffffff"/>
                </a:solidFill>
                <a:latin typeface="Arial"/>
              </a:rPr>
              <a:t>Dimension-0 scale field, </a:t>
            </a:r>
            <a:br>
              <a:rPr sz="2400"/>
            </a:br>
            <a:r>
              <a:rPr b="0" lang="en-GB" sz="2400" spc="-1" strike="noStrike">
                <a:solidFill>
                  <a:srgbClr val="ffffff"/>
                </a:solidFill>
                <a:latin typeface="Arial"/>
              </a:rPr>
              <a:t>since it is dimensionless</a:t>
            </a:r>
            <a:br>
              <a:rPr sz="2400"/>
            </a:br>
            <a:r>
              <a:rPr b="0" lang="en-GB" sz="2400" spc="-1" strike="noStrike">
                <a:solidFill>
                  <a:srgbClr val="ffffff"/>
                </a:solidFill>
                <a:latin typeface="Arial"/>
              </a:rPr>
              <a:t>→ act as white noise</a:t>
            </a:r>
            <a:endParaRPr b="0" lang="en-GB" sz="2400" spc="-1" strike="noStrike">
              <a:solidFill>
                <a:srgbClr val="ffffff"/>
              </a:solidFill>
              <a:latin typeface="Arial"/>
            </a:endParaRPr>
          </a:p>
        </p:txBody>
      </p:sp>
      <p:sp>
        <p:nvSpPr>
          <p:cNvPr id="180" name="PlaceHolder 2"/>
          <p:cNvSpPr>
            <a:spLocks noGrp="1"/>
          </p:cNvSpPr>
          <p:nvPr>
            <p:ph/>
          </p:nvPr>
        </p:nvSpPr>
        <p:spPr>
          <a:xfrm>
            <a:off x="213120" y="1332000"/>
            <a:ext cx="3927240" cy="1944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Dim-0 scalar field, as dimensionless, act as white noise → trigger near-scale invariant PPS.</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No need inflation!</a:t>
            </a:r>
            <a:endParaRPr b="0" lang="en-GB" sz="2400" spc="-1" strike="noStrike">
              <a:solidFill>
                <a:srgbClr val="000000"/>
              </a:solidFill>
              <a:latin typeface="Arial"/>
            </a:endParaRPr>
          </a:p>
        </p:txBody>
      </p:sp>
      <p:pic>
        <p:nvPicPr>
          <p:cNvPr id="181" name="" descr="">
            <a:hlinkClick r:id="" action="ppaction://media"/>
          </p:cNvPr>
          <p:cNvPicPr/>
          <p:nvPr>
            <a:videoFile r:link="rId2"/>
            <p:extLst>
              <p:ext uri="{DAA4B4D4-6D71-4841-9C94-3DE7FCFB9230}">
                <p14:media r:link="rId3"/>
              </p:ext>
            </p:extLst>
          </p:nvPr>
        </p:nvPicPr>
        <p:blipFill>
          <a:blip r:embed="rId4"/>
          <a:stretch>
            <a:fillRect/>
          </a:stretch>
        </p:blipFill>
        <p:spPr>
          <a:xfrm>
            <a:off x="252000" y="3140640"/>
            <a:ext cx="3600000" cy="2700000"/>
          </a:xfrm>
          <a:prstGeom prst="rect">
            <a:avLst/>
          </a:prstGeom>
          <a:ln w="0">
            <a:noFill/>
          </a:ln>
        </p:spPr>
      </p:pic>
      <p:grpSp>
        <p:nvGrpSpPr>
          <p:cNvPr id="182" name=""/>
          <p:cNvGrpSpPr/>
          <p:nvPr/>
        </p:nvGrpSpPr>
        <p:grpSpPr>
          <a:xfrm>
            <a:off x="5940000" y="3819240"/>
            <a:ext cx="3197880" cy="320760"/>
            <a:chOff x="5940000" y="3819240"/>
            <a:chExt cx="3197880" cy="320760"/>
          </a:xfrm>
        </p:grpSpPr>
        <p:grpSp>
          <p:nvGrpSpPr>
            <p:cNvPr id="183" name=""/>
            <p:cNvGrpSpPr/>
            <p:nvPr/>
          </p:nvGrpSpPr>
          <p:grpSpPr>
            <a:xfrm>
              <a:off x="5940000" y="3819240"/>
              <a:ext cx="3197880" cy="320760"/>
              <a:chOff x="5940000" y="3819240"/>
              <a:chExt cx="3197880" cy="320760"/>
            </a:xfrm>
          </p:grpSpPr>
          <p:sp>
            <p:nvSpPr>
              <p:cNvPr id="184" name=""/>
              <p:cNvSpPr/>
              <p:nvPr/>
            </p:nvSpPr>
            <p:spPr>
              <a:xfrm>
                <a:off x="5956920" y="3835440"/>
                <a:ext cx="3163680" cy="288360"/>
              </a:xfrm>
              <a:custGeom>
                <a:avLst/>
                <a:gdLst/>
                <a:ahLst/>
                <a:rect l="0" t="0" r="r" b="b"/>
                <a:pathLst>
                  <a:path w="8788" h="801">
                    <a:moveTo>
                      <a:pt x="0" y="0"/>
                    </a:moveTo>
                    <a:cubicBezTo>
                      <a:pt x="2929" y="0"/>
                      <a:pt x="5859" y="0"/>
                      <a:pt x="8788" y="0"/>
                    </a:cubicBezTo>
                    <a:cubicBezTo>
                      <a:pt x="8788" y="267"/>
                      <a:pt x="8788" y="534"/>
                      <a:pt x="8788" y="801"/>
                    </a:cubicBezTo>
                    <a:cubicBezTo>
                      <a:pt x="5859" y="801"/>
                      <a:pt x="2929" y="801"/>
                      <a:pt x="0" y="801"/>
                    </a:cubicBezTo>
                    <a:cubicBezTo>
                      <a:pt x="0" y="534"/>
                      <a:pt x="0" y="267"/>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5" name=""/>
              <p:cNvSpPr/>
              <p:nvPr/>
            </p:nvSpPr>
            <p:spPr>
              <a:xfrm>
                <a:off x="5940000" y="3854160"/>
                <a:ext cx="228600" cy="225000"/>
              </a:xfrm>
              <a:custGeom>
                <a:avLst/>
                <a:gdLst/>
                <a:ahLst/>
                <a:rect l="0" t="0" r="r" b="b"/>
                <a:pathLst>
                  <a:path w="635" h="625">
                    <a:moveTo>
                      <a:pt x="340" y="17"/>
                    </a:moveTo>
                    <a:cubicBezTo>
                      <a:pt x="335" y="7"/>
                      <a:pt x="333" y="0"/>
                      <a:pt x="319" y="0"/>
                    </a:cubicBezTo>
                    <a:cubicBezTo>
                      <a:pt x="304" y="0"/>
                      <a:pt x="300" y="5"/>
                      <a:pt x="295" y="17"/>
                    </a:cubicBezTo>
                    <a:cubicBezTo>
                      <a:pt x="231" y="192"/>
                      <a:pt x="167" y="366"/>
                      <a:pt x="103" y="540"/>
                    </a:cubicBezTo>
                    <a:cubicBezTo>
                      <a:pt x="87" y="585"/>
                      <a:pt x="50" y="597"/>
                      <a:pt x="0" y="597"/>
                    </a:cubicBezTo>
                    <a:cubicBezTo>
                      <a:pt x="0" y="606"/>
                      <a:pt x="0" y="616"/>
                      <a:pt x="0" y="625"/>
                    </a:cubicBezTo>
                    <a:cubicBezTo>
                      <a:pt x="21" y="625"/>
                      <a:pt x="61" y="622"/>
                      <a:pt x="95" y="622"/>
                    </a:cubicBezTo>
                    <a:cubicBezTo>
                      <a:pt x="124" y="622"/>
                      <a:pt x="171" y="625"/>
                      <a:pt x="200" y="625"/>
                    </a:cubicBezTo>
                    <a:cubicBezTo>
                      <a:pt x="200" y="616"/>
                      <a:pt x="200" y="606"/>
                      <a:pt x="200" y="597"/>
                    </a:cubicBezTo>
                    <a:cubicBezTo>
                      <a:pt x="156" y="597"/>
                      <a:pt x="132" y="577"/>
                      <a:pt x="132" y="555"/>
                    </a:cubicBezTo>
                    <a:cubicBezTo>
                      <a:pt x="132" y="550"/>
                      <a:pt x="132" y="543"/>
                      <a:pt x="134" y="540"/>
                    </a:cubicBezTo>
                    <a:cubicBezTo>
                      <a:pt x="148" y="502"/>
                      <a:pt x="163" y="464"/>
                      <a:pt x="177" y="426"/>
                    </a:cubicBezTo>
                    <a:cubicBezTo>
                      <a:pt x="253" y="426"/>
                      <a:pt x="329" y="426"/>
                      <a:pt x="406" y="426"/>
                    </a:cubicBezTo>
                    <a:cubicBezTo>
                      <a:pt x="422" y="470"/>
                      <a:pt x="438" y="515"/>
                      <a:pt x="453" y="560"/>
                    </a:cubicBezTo>
                    <a:cubicBezTo>
                      <a:pt x="453" y="562"/>
                      <a:pt x="456" y="570"/>
                      <a:pt x="456" y="572"/>
                    </a:cubicBezTo>
                    <a:cubicBezTo>
                      <a:pt x="456" y="597"/>
                      <a:pt x="406" y="597"/>
                      <a:pt x="380" y="597"/>
                    </a:cubicBezTo>
                    <a:cubicBezTo>
                      <a:pt x="380" y="606"/>
                      <a:pt x="380" y="616"/>
                      <a:pt x="380" y="625"/>
                    </a:cubicBezTo>
                    <a:cubicBezTo>
                      <a:pt x="414" y="622"/>
                      <a:pt x="477" y="622"/>
                      <a:pt x="514" y="622"/>
                    </a:cubicBezTo>
                    <a:cubicBezTo>
                      <a:pt x="554" y="622"/>
                      <a:pt x="596" y="625"/>
                      <a:pt x="635" y="625"/>
                    </a:cubicBezTo>
                    <a:cubicBezTo>
                      <a:pt x="635" y="616"/>
                      <a:pt x="635" y="606"/>
                      <a:pt x="635" y="597"/>
                    </a:cubicBezTo>
                    <a:cubicBezTo>
                      <a:pt x="629" y="597"/>
                      <a:pt x="623" y="597"/>
                      <a:pt x="617" y="597"/>
                    </a:cubicBezTo>
                    <a:cubicBezTo>
                      <a:pt x="561" y="597"/>
                      <a:pt x="548" y="592"/>
                      <a:pt x="538" y="562"/>
                    </a:cubicBezTo>
                    <a:cubicBezTo>
                      <a:pt x="472" y="381"/>
                      <a:pt x="406" y="199"/>
                      <a:pt x="340" y="17"/>
                    </a:cubicBezTo>
                    <a:moveTo>
                      <a:pt x="290" y="114"/>
                    </a:moveTo>
                    <a:cubicBezTo>
                      <a:pt x="325" y="209"/>
                      <a:pt x="360" y="304"/>
                      <a:pt x="395" y="398"/>
                    </a:cubicBezTo>
                    <a:cubicBezTo>
                      <a:pt x="326" y="398"/>
                      <a:pt x="257" y="398"/>
                      <a:pt x="187" y="398"/>
                    </a:cubicBezTo>
                    <a:cubicBezTo>
                      <a:pt x="221" y="304"/>
                      <a:pt x="256" y="209"/>
                      <a:pt x="290" y="11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6" name=""/>
              <p:cNvSpPr/>
              <p:nvPr/>
            </p:nvSpPr>
            <p:spPr>
              <a:xfrm>
                <a:off x="6196320" y="4029840"/>
                <a:ext cx="92880" cy="98640"/>
              </a:xfrm>
              <a:custGeom>
                <a:avLst/>
                <a:gdLst/>
                <a:ahLst/>
                <a:rect l="0" t="0" r="r" b="b"/>
                <a:pathLst>
                  <a:path w="258" h="274">
                    <a:moveTo>
                      <a:pt x="232" y="40"/>
                    </a:moveTo>
                    <a:cubicBezTo>
                      <a:pt x="216" y="42"/>
                      <a:pt x="206" y="55"/>
                      <a:pt x="206" y="67"/>
                    </a:cubicBezTo>
                    <a:cubicBezTo>
                      <a:pt x="206" y="82"/>
                      <a:pt x="219" y="87"/>
                      <a:pt x="227" y="87"/>
                    </a:cubicBezTo>
                    <a:cubicBezTo>
                      <a:pt x="232" y="87"/>
                      <a:pt x="258" y="85"/>
                      <a:pt x="258" y="52"/>
                    </a:cubicBezTo>
                    <a:cubicBezTo>
                      <a:pt x="258" y="12"/>
                      <a:pt x="211" y="0"/>
                      <a:pt x="171" y="0"/>
                    </a:cubicBezTo>
                    <a:cubicBezTo>
                      <a:pt x="71" y="0"/>
                      <a:pt x="53" y="70"/>
                      <a:pt x="53" y="87"/>
                    </a:cubicBezTo>
                    <a:cubicBezTo>
                      <a:pt x="53" y="112"/>
                      <a:pt x="66" y="124"/>
                      <a:pt x="74" y="132"/>
                    </a:cubicBezTo>
                    <a:cubicBezTo>
                      <a:pt x="92" y="144"/>
                      <a:pt x="103" y="147"/>
                      <a:pt x="148" y="154"/>
                    </a:cubicBezTo>
                    <a:cubicBezTo>
                      <a:pt x="161" y="157"/>
                      <a:pt x="203" y="164"/>
                      <a:pt x="203" y="194"/>
                    </a:cubicBezTo>
                    <a:cubicBezTo>
                      <a:pt x="203" y="207"/>
                      <a:pt x="195" y="229"/>
                      <a:pt x="169" y="244"/>
                    </a:cubicBezTo>
                    <a:cubicBezTo>
                      <a:pt x="145" y="256"/>
                      <a:pt x="111" y="256"/>
                      <a:pt x="105" y="256"/>
                    </a:cubicBezTo>
                    <a:cubicBezTo>
                      <a:pt x="79" y="256"/>
                      <a:pt x="42" y="251"/>
                      <a:pt x="26" y="231"/>
                    </a:cubicBezTo>
                    <a:cubicBezTo>
                      <a:pt x="47" y="229"/>
                      <a:pt x="63" y="214"/>
                      <a:pt x="63" y="197"/>
                    </a:cubicBezTo>
                    <a:cubicBezTo>
                      <a:pt x="63" y="182"/>
                      <a:pt x="50" y="174"/>
                      <a:pt x="37" y="174"/>
                    </a:cubicBezTo>
                    <a:cubicBezTo>
                      <a:pt x="18" y="174"/>
                      <a:pt x="0" y="189"/>
                      <a:pt x="0" y="217"/>
                    </a:cubicBezTo>
                    <a:cubicBezTo>
                      <a:pt x="0" y="251"/>
                      <a:pt x="40" y="274"/>
                      <a:pt x="103" y="274"/>
                    </a:cubicBezTo>
                    <a:cubicBezTo>
                      <a:pt x="224" y="274"/>
                      <a:pt x="245" y="197"/>
                      <a:pt x="245" y="174"/>
                    </a:cubicBezTo>
                    <a:cubicBezTo>
                      <a:pt x="245" y="117"/>
                      <a:pt x="179" y="107"/>
                      <a:pt x="156" y="102"/>
                    </a:cubicBezTo>
                    <a:cubicBezTo>
                      <a:pt x="150" y="102"/>
                      <a:pt x="134" y="100"/>
                      <a:pt x="129" y="97"/>
                    </a:cubicBezTo>
                    <a:cubicBezTo>
                      <a:pt x="105" y="92"/>
                      <a:pt x="95" y="80"/>
                      <a:pt x="95" y="67"/>
                    </a:cubicBezTo>
                    <a:cubicBezTo>
                      <a:pt x="95" y="52"/>
                      <a:pt x="105" y="37"/>
                      <a:pt x="119" y="27"/>
                    </a:cubicBezTo>
                    <a:cubicBezTo>
                      <a:pt x="137" y="17"/>
                      <a:pt x="161" y="17"/>
                      <a:pt x="171" y="17"/>
                    </a:cubicBezTo>
                    <a:cubicBezTo>
                      <a:pt x="185" y="17"/>
                      <a:pt x="219" y="17"/>
                      <a:pt x="232" y="4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7" name=""/>
              <p:cNvSpPr/>
              <p:nvPr/>
            </p:nvSpPr>
            <p:spPr>
              <a:xfrm>
                <a:off x="6432480" y="3964320"/>
                <a:ext cx="222840" cy="73440"/>
              </a:xfrm>
              <a:custGeom>
                <a:avLst/>
                <a:gdLst/>
                <a:ahLst/>
                <a:rect l="0" t="0" r="r" b="b"/>
                <a:pathLst>
                  <a:path w="619" h="204">
                    <a:moveTo>
                      <a:pt x="619" y="27"/>
                    </a:moveTo>
                    <a:cubicBezTo>
                      <a:pt x="619" y="7"/>
                      <a:pt x="614" y="0"/>
                      <a:pt x="606" y="0"/>
                    </a:cubicBezTo>
                    <a:cubicBezTo>
                      <a:pt x="601" y="0"/>
                      <a:pt x="593" y="5"/>
                      <a:pt x="593" y="22"/>
                    </a:cubicBezTo>
                    <a:cubicBezTo>
                      <a:pt x="588" y="107"/>
                      <a:pt x="527" y="154"/>
                      <a:pt x="464" y="154"/>
                    </a:cubicBezTo>
                    <a:cubicBezTo>
                      <a:pt x="403" y="154"/>
                      <a:pt x="361" y="117"/>
                      <a:pt x="314" y="80"/>
                    </a:cubicBezTo>
                    <a:cubicBezTo>
                      <a:pt x="266" y="40"/>
                      <a:pt x="219" y="0"/>
                      <a:pt x="156" y="0"/>
                    </a:cubicBezTo>
                    <a:cubicBezTo>
                      <a:pt x="55" y="0"/>
                      <a:pt x="0" y="95"/>
                      <a:pt x="0" y="174"/>
                    </a:cubicBezTo>
                    <a:cubicBezTo>
                      <a:pt x="0" y="202"/>
                      <a:pt x="9" y="192"/>
                      <a:pt x="13" y="202"/>
                    </a:cubicBezTo>
                    <a:cubicBezTo>
                      <a:pt x="24" y="202"/>
                      <a:pt x="26" y="184"/>
                      <a:pt x="26" y="182"/>
                    </a:cubicBezTo>
                    <a:cubicBezTo>
                      <a:pt x="32" y="87"/>
                      <a:pt x="100" y="47"/>
                      <a:pt x="156" y="47"/>
                    </a:cubicBezTo>
                    <a:cubicBezTo>
                      <a:pt x="214" y="47"/>
                      <a:pt x="258" y="85"/>
                      <a:pt x="306" y="122"/>
                    </a:cubicBezTo>
                    <a:cubicBezTo>
                      <a:pt x="351" y="164"/>
                      <a:pt x="401" y="204"/>
                      <a:pt x="464" y="204"/>
                    </a:cubicBezTo>
                    <a:cubicBezTo>
                      <a:pt x="564" y="204"/>
                      <a:pt x="619" y="107"/>
                      <a:pt x="619" y="27"/>
                    </a:cubicBezTo>
                    <a:close/>
                  </a:path>
                </a:pathLst>
              </a:custGeom>
              <a:solidFill>
                <a:srgbClr val="000000"/>
              </a:solidFill>
              <a:ln w="0">
                <a:noFill/>
              </a:ln>
            </p:spPr>
            <p:txBody>
              <a:bodyPr lIns="90000" rIns="90000" tIns="28440" bIns="28440" anchor="ctr" anchorCtr="1">
                <a:noAutofit/>
              </a:bodyPr>
              <a:p>
                <a:endParaRPr b="0" lang="en-GB" sz="1800" spc="-1" strike="noStrike">
                  <a:solidFill>
                    <a:srgbClr val="ffffff"/>
                  </a:solidFill>
                  <a:latin typeface="Arial"/>
                </a:endParaRPr>
              </a:p>
            </p:txBody>
          </p:sp>
          <p:sp>
            <p:nvSpPr>
              <p:cNvPr id="188" name=""/>
              <p:cNvSpPr/>
              <p:nvPr/>
            </p:nvSpPr>
            <p:spPr>
              <a:xfrm>
                <a:off x="6796080" y="3870360"/>
                <a:ext cx="110160" cy="208800"/>
              </a:xfrm>
              <a:custGeom>
                <a:avLst/>
                <a:gdLst/>
                <a:ahLst/>
                <a:rect l="0" t="0" r="r" b="b"/>
                <a:pathLst>
                  <a:path w="306" h="580">
                    <a:moveTo>
                      <a:pt x="190" y="22"/>
                    </a:moveTo>
                    <a:cubicBezTo>
                      <a:pt x="190" y="0"/>
                      <a:pt x="190" y="0"/>
                      <a:pt x="169" y="0"/>
                    </a:cubicBezTo>
                    <a:cubicBezTo>
                      <a:pt x="111" y="55"/>
                      <a:pt x="29" y="55"/>
                      <a:pt x="0" y="55"/>
                    </a:cubicBezTo>
                    <a:cubicBezTo>
                      <a:pt x="0" y="64"/>
                      <a:pt x="0" y="73"/>
                      <a:pt x="0" y="82"/>
                    </a:cubicBezTo>
                    <a:cubicBezTo>
                      <a:pt x="18" y="82"/>
                      <a:pt x="74" y="82"/>
                      <a:pt x="121" y="60"/>
                    </a:cubicBezTo>
                    <a:cubicBezTo>
                      <a:pt x="121" y="211"/>
                      <a:pt x="121" y="362"/>
                      <a:pt x="121" y="513"/>
                    </a:cubicBezTo>
                    <a:cubicBezTo>
                      <a:pt x="121" y="543"/>
                      <a:pt x="119" y="553"/>
                      <a:pt x="34" y="553"/>
                    </a:cubicBezTo>
                    <a:cubicBezTo>
                      <a:pt x="25" y="553"/>
                      <a:pt x="15" y="553"/>
                      <a:pt x="5" y="553"/>
                    </a:cubicBezTo>
                    <a:cubicBezTo>
                      <a:pt x="5" y="562"/>
                      <a:pt x="5" y="571"/>
                      <a:pt x="5" y="580"/>
                    </a:cubicBezTo>
                    <a:cubicBezTo>
                      <a:pt x="37" y="577"/>
                      <a:pt x="119" y="577"/>
                      <a:pt x="156" y="577"/>
                    </a:cubicBezTo>
                    <a:cubicBezTo>
                      <a:pt x="192" y="577"/>
                      <a:pt x="274" y="577"/>
                      <a:pt x="306" y="580"/>
                    </a:cubicBezTo>
                    <a:cubicBezTo>
                      <a:pt x="306" y="571"/>
                      <a:pt x="306" y="562"/>
                      <a:pt x="306" y="553"/>
                    </a:cubicBezTo>
                    <a:cubicBezTo>
                      <a:pt x="296" y="553"/>
                      <a:pt x="286" y="553"/>
                      <a:pt x="277" y="553"/>
                    </a:cubicBezTo>
                    <a:cubicBezTo>
                      <a:pt x="192" y="553"/>
                      <a:pt x="190" y="545"/>
                      <a:pt x="190" y="513"/>
                    </a:cubicBezTo>
                    <a:cubicBezTo>
                      <a:pt x="190" y="349"/>
                      <a:pt x="190" y="186"/>
                      <a:pt x="190" y="2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89" name=""/>
              <p:cNvSpPr/>
              <p:nvPr/>
            </p:nvSpPr>
            <p:spPr>
              <a:xfrm>
                <a:off x="6945840" y="3870360"/>
                <a:ext cx="140400" cy="216000"/>
              </a:xfrm>
              <a:custGeom>
                <a:avLst/>
                <a:gdLst/>
                <a:ahLst/>
                <a:rect l="0" t="0" r="r" b="b"/>
                <a:pathLst>
                  <a:path w="390" h="600">
                    <a:moveTo>
                      <a:pt x="390" y="301"/>
                    </a:moveTo>
                    <a:cubicBezTo>
                      <a:pt x="390" y="231"/>
                      <a:pt x="385" y="162"/>
                      <a:pt x="353" y="97"/>
                    </a:cubicBezTo>
                    <a:cubicBezTo>
                      <a:pt x="311" y="12"/>
                      <a:pt x="235" y="0"/>
                      <a:pt x="195" y="0"/>
                    </a:cubicBezTo>
                    <a:cubicBezTo>
                      <a:pt x="140" y="0"/>
                      <a:pt x="74" y="22"/>
                      <a:pt x="34" y="102"/>
                    </a:cubicBezTo>
                    <a:cubicBezTo>
                      <a:pt x="5" y="164"/>
                      <a:pt x="0" y="231"/>
                      <a:pt x="0" y="301"/>
                    </a:cubicBezTo>
                    <a:cubicBezTo>
                      <a:pt x="0" y="366"/>
                      <a:pt x="5" y="446"/>
                      <a:pt x="42" y="513"/>
                    </a:cubicBezTo>
                    <a:cubicBezTo>
                      <a:pt x="82" y="582"/>
                      <a:pt x="150" y="600"/>
                      <a:pt x="195" y="600"/>
                    </a:cubicBezTo>
                    <a:cubicBezTo>
                      <a:pt x="245" y="600"/>
                      <a:pt x="316" y="582"/>
                      <a:pt x="356" y="498"/>
                    </a:cubicBezTo>
                    <a:cubicBezTo>
                      <a:pt x="385" y="438"/>
                      <a:pt x="390" y="371"/>
                      <a:pt x="390" y="301"/>
                    </a:cubicBezTo>
                    <a:moveTo>
                      <a:pt x="195" y="580"/>
                    </a:moveTo>
                    <a:cubicBezTo>
                      <a:pt x="158" y="580"/>
                      <a:pt x="105" y="560"/>
                      <a:pt x="87" y="475"/>
                    </a:cubicBezTo>
                    <a:cubicBezTo>
                      <a:pt x="76" y="423"/>
                      <a:pt x="76" y="343"/>
                      <a:pt x="76" y="291"/>
                    </a:cubicBezTo>
                    <a:cubicBezTo>
                      <a:pt x="76" y="234"/>
                      <a:pt x="76" y="177"/>
                      <a:pt x="84" y="129"/>
                    </a:cubicBezTo>
                    <a:cubicBezTo>
                      <a:pt x="103" y="27"/>
                      <a:pt x="171" y="17"/>
                      <a:pt x="195" y="17"/>
                    </a:cubicBezTo>
                    <a:cubicBezTo>
                      <a:pt x="227" y="17"/>
                      <a:pt x="287" y="35"/>
                      <a:pt x="303" y="119"/>
                    </a:cubicBezTo>
                    <a:cubicBezTo>
                      <a:pt x="314" y="169"/>
                      <a:pt x="314" y="236"/>
                      <a:pt x="314" y="291"/>
                    </a:cubicBezTo>
                    <a:cubicBezTo>
                      <a:pt x="314" y="356"/>
                      <a:pt x="314" y="416"/>
                      <a:pt x="303" y="470"/>
                    </a:cubicBezTo>
                    <a:cubicBezTo>
                      <a:pt x="290" y="555"/>
                      <a:pt x="237" y="580"/>
                      <a:pt x="195" y="58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0" name=""/>
              <p:cNvSpPr/>
              <p:nvPr/>
            </p:nvSpPr>
            <p:spPr>
              <a:xfrm>
                <a:off x="7125120" y="3905280"/>
                <a:ext cx="157680" cy="10800"/>
              </a:xfrm>
              <a:custGeom>
                <a:avLst/>
                <a:gdLst/>
                <a:ahLst/>
                <a:rect l="0" t="0" r="r" b="b"/>
                <a:pathLst>
                  <a:path w="438" h="30">
                    <a:moveTo>
                      <a:pt x="411" y="30"/>
                    </a:moveTo>
                    <a:cubicBezTo>
                      <a:pt x="422" y="30"/>
                      <a:pt x="438" y="30"/>
                      <a:pt x="438" y="15"/>
                    </a:cubicBezTo>
                    <a:cubicBezTo>
                      <a:pt x="438" y="0"/>
                      <a:pt x="422" y="0"/>
                      <a:pt x="411" y="0"/>
                    </a:cubicBezTo>
                    <a:cubicBezTo>
                      <a:pt x="283" y="0"/>
                      <a:pt x="155" y="0"/>
                      <a:pt x="26" y="0"/>
                    </a:cubicBezTo>
                    <a:cubicBezTo>
                      <a:pt x="16" y="0"/>
                      <a:pt x="0" y="0"/>
                      <a:pt x="0" y="12"/>
                    </a:cubicBezTo>
                    <a:cubicBezTo>
                      <a:pt x="0" y="30"/>
                      <a:pt x="13" y="30"/>
                      <a:pt x="26" y="30"/>
                    </a:cubicBezTo>
                    <a:cubicBezTo>
                      <a:pt x="155" y="30"/>
                      <a:pt x="283" y="30"/>
                      <a:pt x="411" y="30"/>
                    </a:cubicBezTo>
                    <a:close/>
                  </a:path>
                </a:pathLst>
              </a:custGeom>
              <a:solidFill>
                <a:srgbClr val="000000"/>
              </a:solidFill>
              <a:ln w="0">
                <a:noFill/>
              </a:ln>
            </p:spPr>
            <p:txBody>
              <a:bodyPr lIns="90000" rIns="90000" tIns="-34200" bIns="-34200" anchor="ctr" anchorCtr="1">
                <a:noAutofit/>
              </a:bodyPr>
              <a:p>
                <a:endParaRPr b="0" lang="en-GB" sz="1800" spc="-1" strike="noStrike">
                  <a:solidFill>
                    <a:srgbClr val="ffffff"/>
                  </a:solidFill>
                  <a:latin typeface="Arial"/>
                </a:endParaRPr>
              </a:p>
            </p:txBody>
          </p:sp>
          <p:sp>
            <p:nvSpPr>
              <p:cNvPr id="191" name=""/>
              <p:cNvSpPr/>
              <p:nvPr/>
            </p:nvSpPr>
            <p:spPr>
              <a:xfrm>
                <a:off x="7320600" y="3819240"/>
                <a:ext cx="107280" cy="150480"/>
              </a:xfrm>
              <a:custGeom>
                <a:avLst/>
                <a:gdLst/>
                <a:ahLst/>
                <a:rect l="0" t="0" r="r" b="b"/>
                <a:pathLst>
                  <a:path w="298" h="418">
                    <a:moveTo>
                      <a:pt x="235" y="224"/>
                    </a:moveTo>
                    <a:cubicBezTo>
                      <a:pt x="235" y="376"/>
                      <a:pt x="156" y="398"/>
                      <a:pt x="116" y="398"/>
                    </a:cubicBezTo>
                    <a:cubicBezTo>
                      <a:pt x="103" y="398"/>
                      <a:pt x="69" y="398"/>
                      <a:pt x="50" y="378"/>
                    </a:cubicBezTo>
                    <a:cubicBezTo>
                      <a:pt x="76" y="376"/>
                      <a:pt x="79" y="356"/>
                      <a:pt x="79" y="348"/>
                    </a:cubicBezTo>
                    <a:cubicBezTo>
                      <a:pt x="79" y="334"/>
                      <a:pt x="70" y="321"/>
                      <a:pt x="50" y="321"/>
                    </a:cubicBezTo>
                    <a:cubicBezTo>
                      <a:pt x="30" y="321"/>
                      <a:pt x="18" y="334"/>
                      <a:pt x="18" y="351"/>
                    </a:cubicBezTo>
                    <a:cubicBezTo>
                      <a:pt x="18" y="393"/>
                      <a:pt x="55" y="418"/>
                      <a:pt x="119" y="418"/>
                    </a:cubicBezTo>
                    <a:cubicBezTo>
                      <a:pt x="211" y="418"/>
                      <a:pt x="298" y="336"/>
                      <a:pt x="298" y="204"/>
                    </a:cubicBezTo>
                    <a:cubicBezTo>
                      <a:pt x="298" y="52"/>
                      <a:pt x="227" y="0"/>
                      <a:pt x="150" y="0"/>
                    </a:cubicBezTo>
                    <a:cubicBezTo>
                      <a:pt x="129" y="0"/>
                      <a:pt x="84" y="2"/>
                      <a:pt x="47" y="37"/>
                    </a:cubicBezTo>
                    <a:cubicBezTo>
                      <a:pt x="26" y="57"/>
                      <a:pt x="0" y="82"/>
                      <a:pt x="0" y="137"/>
                    </a:cubicBezTo>
                    <a:cubicBezTo>
                      <a:pt x="0" y="214"/>
                      <a:pt x="66" y="271"/>
                      <a:pt x="142" y="271"/>
                    </a:cubicBezTo>
                    <a:cubicBezTo>
                      <a:pt x="192" y="271"/>
                      <a:pt x="221" y="239"/>
                      <a:pt x="235" y="212"/>
                    </a:cubicBezTo>
                    <a:cubicBezTo>
                      <a:pt x="235" y="216"/>
                      <a:pt x="235" y="220"/>
                      <a:pt x="235" y="224"/>
                    </a:cubicBezTo>
                    <a:moveTo>
                      <a:pt x="145" y="254"/>
                    </a:moveTo>
                    <a:cubicBezTo>
                      <a:pt x="119" y="254"/>
                      <a:pt x="95" y="246"/>
                      <a:pt x="76" y="219"/>
                    </a:cubicBezTo>
                    <a:cubicBezTo>
                      <a:pt x="63" y="197"/>
                      <a:pt x="63" y="169"/>
                      <a:pt x="63" y="137"/>
                    </a:cubicBezTo>
                    <a:cubicBezTo>
                      <a:pt x="63" y="102"/>
                      <a:pt x="63" y="77"/>
                      <a:pt x="82" y="52"/>
                    </a:cubicBezTo>
                    <a:cubicBezTo>
                      <a:pt x="98" y="30"/>
                      <a:pt x="119" y="17"/>
                      <a:pt x="153" y="17"/>
                    </a:cubicBezTo>
                    <a:cubicBezTo>
                      <a:pt x="185" y="17"/>
                      <a:pt x="203" y="37"/>
                      <a:pt x="214" y="52"/>
                    </a:cubicBezTo>
                    <a:cubicBezTo>
                      <a:pt x="232" y="80"/>
                      <a:pt x="235" y="122"/>
                      <a:pt x="235" y="142"/>
                    </a:cubicBezTo>
                    <a:cubicBezTo>
                      <a:pt x="235" y="222"/>
                      <a:pt x="185" y="254"/>
                      <a:pt x="145" y="25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2" name=""/>
              <p:cNvSpPr/>
              <p:nvPr/>
            </p:nvSpPr>
            <p:spPr>
              <a:xfrm>
                <a:off x="7486920" y="4046040"/>
                <a:ext cx="38880" cy="93960"/>
              </a:xfrm>
              <a:custGeom>
                <a:avLst/>
                <a:gdLst/>
                <a:ahLst/>
                <a:rect l="0" t="0" r="r" b="b"/>
                <a:pathLst>
                  <a:path w="108" h="261">
                    <a:moveTo>
                      <a:pt x="108" y="92"/>
                    </a:moveTo>
                    <a:cubicBezTo>
                      <a:pt x="108" y="35"/>
                      <a:pt x="84" y="0"/>
                      <a:pt x="47" y="0"/>
                    </a:cubicBezTo>
                    <a:cubicBezTo>
                      <a:pt x="18" y="0"/>
                      <a:pt x="0" y="22"/>
                      <a:pt x="0" y="47"/>
                    </a:cubicBezTo>
                    <a:cubicBezTo>
                      <a:pt x="0" y="70"/>
                      <a:pt x="18" y="92"/>
                      <a:pt x="47" y="92"/>
                    </a:cubicBezTo>
                    <a:cubicBezTo>
                      <a:pt x="58" y="92"/>
                      <a:pt x="71" y="90"/>
                      <a:pt x="79" y="82"/>
                    </a:cubicBezTo>
                    <a:cubicBezTo>
                      <a:pt x="82" y="80"/>
                      <a:pt x="83" y="80"/>
                      <a:pt x="84" y="80"/>
                    </a:cubicBezTo>
                    <a:cubicBezTo>
                      <a:pt x="87" y="80"/>
                      <a:pt x="87" y="80"/>
                      <a:pt x="87" y="92"/>
                    </a:cubicBezTo>
                    <a:cubicBezTo>
                      <a:pt x="87" y="157"/>
                      <a:pt x="56" y="210"/>
                      <a:pt x="24" y="239"/>
                    </a:cubicBezTo>
                    <a:cubicBezTo>
                      <a:pt x="14" y="247"/>
                      <a:pt x="13" y="249"/>
                      <a:pt x="13" y="251"/>
                    </a:cubicBezTo>
                    <a:cubicBezTo>
                      <a:pt x="13" y="259"/>
                      <a:pt x="18" y="261"/>
                      <a:pt x="24" y="261"/>
                    </a:cubicBezTo>
                    <a:cubicBezTo>
                      <a:pt x="34" y="261"/>
                      <a:pt x="108" y="194"/>
                      <a:pt x="108" y="9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3" name=""/>
              <p:cNvSpPr/>
              <p:nvPr/>
            </p:nvSpPr>
            <p:spPr>
              <a:xfrm>
                <a:off x="7615800" y="3940200"/>
                <a:ext cx="180360" cy="142560"/>
              </a:xfrm>
              <a:custGeom>
                <a:avLst/>
                <a:gdLst/>
                <a:ahLst/>
                <a:rect l="0" t="0" r="r" b="b"/>
                <a:pathLst>
                  <a:path w="501" h="396">
                    <a:moveTo>
                      <a:pt x="53" y="336"/>
                    </a:moveTo>
                    <a:cubicBezTo>
                      <a:pt x="50" y="348"/>
                      <a:pt x="45" y="368"/>
                      <a:pt x="45" y="373"/>
                    </a:cubicBezTo>
                    <a:cubicBezTo>
                      <a:pt x="45" y="388"/>
                      <a:pt x="58" y="396"/>
                      <a:pt x="71" y="396"/>
                    </a:cubicBezTo>
                    <a:cubicBezTo>
                      <a:pt x="84" y="396"/>
                      <a:pt x="100" y="388"/>
                      <a:pt x="105" y="371"/>
                    </a:cubicBezTo>
                    <a:cubicBezTo>
                      <a:pt x="108" y="371"/>
                      <a:pt x="119" y="329"/>
                      <a:pt x="124" y="306"/>
                    </a:cubicBezTo>
                    <a:cubicBezTo>
                      <a:pt x="131" y="280"/>
                      <a:pt x="138" y="255"/>
                      <a:pt x="145" y="229"/>
                    </a:cubicBezTo>
                    <a:cubicBezTo>
                      <a:pt x="150" y="209"/>
                      <a:pt x="156" y="189"/>
                      <a:pt x="161" y="169"/>
                    </a:cubicBezTo>
                    <a:cubicBezTo>
                      <a:pt x="163" y="154"/>
                      <a:pt x="171" y="129"/>
                      <a:pt x="171" y="127"/>
                    </a:cubicBezTo>
                    <a:cubicBezTo>
                      <a:pt x="187" y="100"/>
                      <a:pt x="235" y="20"/>
                      <a:pt x="324" y="20"/>
                    </a:cubicBezTo>
                    <a:cubicBezTo>
                      <a:pt x="364" y="20"/>
                      <a:pt x="374" y="52"/>
                      <a:pt x="374" y="82"/>
                    </a:cubicBezTo>
                    <a:cubicBezTo>
                      <a:pt x="374" y="134"/>
                      <a:pt x="327" y="246"/>
                      <a:pt x="314" y="284"/>
                    </a:cubicBezTo>
                    <a:cubicBezTo>
                      <a:pt x="306" y="304"/>
                      <a:pt x="303" y="316"/>
                      <a:pt x="303" y="324"/>
                    </a:cubicBezTo>
                    <a:cubicBezTo>
                      <a:pt x="303" y="366"/>
                      <a:pt x="337" y="396"/>
                      <a:pt x="380" y="396"/>
                    </a:cubicBezTo>
                    <a:cubicBezTo>
                      <a:pt x="467" y="396"/>
                      <a:pt x="501" y="269"/>
                      <a:pt x="501" y="261"/>
                    </a:cubicBezTo>
                    <a:cubicBezTo>
                      <a:pt x="501" y="254"/>
                      <a:pt x="493" y="254"/>
                      <a:pt x="490" y="254"/>
                    </a:cubicBezTo>
                    <a:cubicBezTo>
                      <a:pt x="480" y="254"/>
                      <a:pt x="480" y="256"/>
                      <a:pt x="477" y="269"/>
                    </a:cubicBezTo>
                    <a:cubicBezTo>
                      <a:pt x="459" y="329"/>
                      <a:pt x="427" y="376"/>
                      <a:pt x="382" y="376"/>
                    </a:cubicBezTo>
                    <a:cubicBezTo>
                      <a:pt x="366" y="376"/>
                      <a:pt x="358" y="368"/>
                      <a:pt x="358" y="348"/>
                    </a:cubicBezTo>
                    <a:cubicBezTo>
                      <a:pt x="358" y="326"/>
                      <a:pt x="366" y="306"/>
                      <a:pt x="377" y="286"/>
                    </a:cubicBezTo>
                    <a:cubicBezTo>
                      <a:pt x="393" y="239"/>
                      <a:pt x="432" y="144"/>
                      <a:pt x="432" y="95"/>
                    </a:cubicBezTo>
                    <a:cubicBezTo>
                      <a:pt x="432" y="35"/>
                      <a:pt x="393" y="0"/>
                      <a:pt x="327" y="0"/>
                    </a:cubicBezTo>
                    <a:cubicBezTo>
                      <a:pt x="243" y="0"/>
                      <a:pt x="198" y="57"/>
                      <a:pt x="182" y="77"/>
                    </a:cubicBezTo>
                    <a:cubicBezTo>
                      <a:pt x="177" y="27"/>
                      <a:pt x="141" y="0"/>
                      <a:pt x="98" y="0"/>
                    </a:cubicBezTo>
                    <a:cubicBezTo>
                      <a:pt x="54" y="0"/>
                      <a:pt x="37" y="35"/>
                      <a:pt x="26" y="50"/>
                    </a:cubicBezTo>
                    <a:cubicBezTo>
                      <a:pt x="13" y="80"/>
                      <a:pt x="0" y="132"/>
                      <a:pt x="0" y="134"/>
                    </a:cubicBezTo>
                    <a:cubicBezTo>
                      <a:pt x="0" y="144"/>
                      <a:pt x="8" y="144"/>
                      <a:pt x="11" y="144"/>
                    </a:cubicBezTo>
                    <a:cubicBezTo>
                      <a:pt x="18" y="144"/>
                      <a:pt x="21" y="142"/>
                      <a:pt x="26" y="124"/>
                    </a:cubicBezTo>
                    <a:cubicBezTo>
                      <a:pt x="42" y="62"/>
                      <a:pt x="61" y="20"/>
                      <a:pt x="92" y="20"/>
                    </a:cubicBezTo>
                    <a:cubicBezTo>
                      <a:pt x="111" y="20"/>
                      <a:pt x="121" y="32"/>
                      <a:pt x="121" y="60"/>
                    </a:cubicBezTo>
                    <a:cubicBezTo>
                      <a:pt x="121" y="77"/>
                      <a:pt x="119" y="87"/>
                      <a:pt x="108" y="134"/>
                    </a:cubicBezTo>
                    <a:cubicBezTo>
                      <a:pt x="90" y="202"/>
                      <a:pt x="71" y="269"/>
                      <a:pt x="53" y="33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4" name=""/>
              <p:cNvSpPr/>
              <p:nvPr/>
            </p:nvSpPr>
            <p:spPr>
              <a:xfrm>
                <a:off x="7822800" y="4029840"/>
                <a:ext cx="92880" cy="98640"/>
              </a:xfrm>
              <a:custGeom>
                <a:avLst/>
                <a:gdLst/>
                <a:ahLst/>
                <a:rect l="0" t="0" r="r" b="b"/>
                <a:pathLst>
                  <a:path w="258" h="274">
                    <a:moveTo>
                      <a:pt x="232" y="40"/>
                    </a:moveTo>
                    <a:cubicBezTo>
                      <a:pt x="216" y="42"/>
                      <a:pt x="206" y="55"/>
                      <a:pt x="206" y="67"/>
                    </a:cubicBezTo>
                    <a:cubicBezTo>
                      <a:pt x="206" y="82"/>
                      <a:pt x="219" y="87"/>
                      <a:pt x="227" y="87"/>
                    </a:cubicBezTo>
                    <a:cubicBezTo>
                      <a:pt x="235" y="87"/>
                      <a:pt x="258" y="85"/>
                      <a:pt x="258" y="52"/>
                    </a:cubicBezTo>
                    <a:cubicBezTo>
                      <a:pt x="258" y="12"/>
                      <a:pt x="211" y="0"/>
                      <a:pt x="171" y="0"/>
                    </a:cubicBezTo>
                    <a:cubicBezTo>
                      <a:pt x="71" y="0"/>
                      <a:pt x="53" y="70"/>
                      <a:pt x="53" y="87"/>
                    </a:cubicBezTo>
                    <a:cubicBezTo>
                      <a:pt x="53" y="112"/>
                      <a:pt x="66" y="124"/>
                      <a:pt x="76" y="132"/>
                    </a:cubicBezTo>
                    <a:cubicBezTo>
                      <a:pt x="92" y="144"/>
                      <a:pt x="103" y="147"/>
                      <a:pt x="148" y="154"/>
                    </a:cubicBezTo>
                    <a:cubicBezTo>
                      <a:pt x="163" y="157"/>
                      <a:pt x="203" y="164"/>
                      <a:pt x="203" y="194"/>
                    </a:cubicBezTo>
                    <a:cubicBezTo>
                      <a:pt x="203" y="207"/>
                      <a:pt x="198" y="229"/>
                      <a:pt x="169" y="244"/>
                    </a:cubicBezTo>
                    <a:cubicBezTo>
                      <a:pt x="145" y="256"/>
                      <a:pt x="113" y="256"/>
                      <a:pt x="105" y="256"/>
                    </a:cubicBezTo>
                    <a:cubicBezTo>
                      <a:pt x="79" y="256"/>
                      <a:pt x="42" y="251"/>
                      <a:pt x="26" y="231"/>
                    </a:cubicBezTo>
                    <a:cubicBezTo>
                      <a:pt x="47" y="229"/>
                      <a:pt x="63" y="214"/>
                      <a:pt x="63" y="197"/>
                    </a:cubicBezTo>
                    <a:cubicBezTo>
                      <a:pt x="63" y="182"/>
                      <a:pt x="50" y="174"/>
                      <a:pt x="37" y="174"/>
                    </a:cubicBezTo>
                    <a:cubicBezTo>
                      <a:pt x="18" y="174"/>
                      <a:pt x="0" y="189"/>
                      <a:pt x="0" y="217"/>
                    </a:cubicBezTo>
                    <a:cubicBezTo>
                      <a:pt x="0" y="251"/>
                      <a:pt x="42" y="274"/>
                      <a:pt x="103" y="274"/>
                    </a:cubicBezTo>
                    <a:cubicBezTo>
                      <a:pt x="224" y="274"/>
                      <a:pt x="245" y="197"/>
                      <a:pt x="245" y="174"/>
                    </a:cubicBezTo>
                    <a:cubicBezTo>
                      <a:pt x="245" y="117"/>
                      <a:pt x="179" y="107"/>
                      <a:pt x="156" y="102"/>
                    </a:cubicBezTo>
                    <a:cubicBezTo>
                      <a:pt x="150" y="102"/>
                      <a:pt x="134" y="100"/>
                      <a:pt x="129" y="97"/>
                    </a:cubicBezTo>
                    <a:cubicBezTo>
                      <a:pt x="105" y="92"/>
                      <a:pt x="95" y="80"/>
                      <a:pt x="95" y="67"/>
                    </a:cubicBezTo>
                    <a:cubicBezTo>
                      <a:pt x="95" y="52"/>
                      <a:pt x="105" y="37"/>
                      <a:pt x="121" y="27"/>
                    </a:cubicBezTo>
                    <a:cubicBezTo>
                      <a:pt x="137" y="17"/>
                      <a:pt x="161" y="17"/>
                      <a:pt x="171" y="17"/>
                    </a:cubicBezTo>
                    <a:cubicBezTo>
                      <a:pt x="185" y="17"/>
                      <a:pt x="219" y="17"/>
                      <a:pt x="232" y="4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5" name=""/>
              <p:cNvSpPr/>
              <p:nvPr/>
            </p:nvSpPr>
            <p:spPr>
              <a:xfrm>
                <a:off x="8060040" y="3964320"/>
                <a:ext cx="221040" cy="73440"/>
              </a:xfrm>
              <a:custGeom>
                <a:avLst/>
                <a:gdLst/>
                <a:ahLst/>
                <a:rect l="0" t="0" r="r" b="b"/>
                <a:pathLst>
                  <a:path w="614" h="204">
                    <a:moveTo>
                      <a:pt x="583" y="35"/>
                    </a:moveTo>
                    <a:cubicBezTo>
                      <a:pt x="598" y="35"/>
                      <a:pt x="614" y="35"/>
                      <a:pt x="614" y="17"/>
                    </a:cubicBezTo>
                    <a:cubicBezTo>
                      <a:pt x="614" y="0"/>
                      <a:pt x="598" y="0"/>
                      <a:pt x="585" y="0"/>
                    </a:cubicBezTo>
                    <a:cubicBezTo>
                      <a:pt x="400" y="0"/>
                      <a:pt x="214" y="0"/>
                      <a:pt x="29" y="0"/>
                    </a:cubicBezTo>
                    <a:cubicBezTo>
                      <a:pt x="16" y="0"/>
                      <a:pt x="0" y="0"/>
                      <a:pt x="0" y="17"/>
                    </a:cubicBezTo>
                    <a:cubicBezTo>
                      <a:pt x="0" y="35"/>
                      <a:pt x="16" y="35"/>
                      <a:pt x="32" y="35"/>
                    </a:cubicBezTo>
                    <a:cubicBezTo>
                      <a:pt x="215" y="35"/>
                      <a:pt x="399" y="35"/>
                      <a:pt x="583" y="35"/>
                    </a:cubicBezTo>
                    <a:moveTo>
                      <a:pt x="585" y="204"/>
                    </a:moveTo>
                    <a:cubicBezTo>
                      <a:pt x="598" y="204"/>
                      <a:pt x="614" y="204"/>
                      <a:pt x="614" y="187"/>
                    </a:cubicBezTo>
                    <a:cubicBezTo>
                      <a:pt x="614" y="169"/>
                      <a:pt x="598" y="169"/>
                      <a:pt x="583" y="169"/>
                    </a:cubicBezTo>
                    <a:cubicBezTo>
                      <a:pt x="399" y="169"/>
                      <a:pt x="215" y="169"/>
                      <a:pt x="32" y="169"/>
                    </a:cubicBezTo>
                    <a:cubicBezTo>
                      <a:pt x="16" y="169"/>
                      <a:pt x="0" y="169"/>
                      <a:pt x="0" y="187"/>
                    </a:cubicBezTo>
                    <a:cubicBezTo>
                      <a:pt x="0" y="204"/>
                      <a:pt x="16" y="204"/>
                      <a:pt x="29" y="204"/>
                    </a:cubicBezTo>
                    <a:cubicBezTo>
                      <a:pt x="214" y="204"/>
                      <a:pt x="400" y="204"/>
                      <a:pt x="585" y="204"/>
                    </a:cubicBezTo>
                    <a:close/>
                  </a:path>
                </a:pathLst>
              </a:custGeom>
              <a:solidFill>
                <a:srgbClr val="000000"/>
              </a:solidFill>
              <a:ln w="0">
                <a:noFill/>
              </a:ln>
            </p:spPr>
            <p:txBody>
              <a:bodyPr lIns="90000" rIns="90000" tIns="28440" bIns="28440" anchor="ctr" anchorCtr="1">
                <a:noAutofit/>
              </a:bodyPr>
              <a:p>
                <a:endParaRPr b="0" lang="en-GB" sz="1800" spc="-1" strike="noStrike">
                  <a:solidFill>
                    <a:srgbClr val="ffffff"/>
                  </a:solidFill>
                  <a:latin typeface="Arial"/>
                </a:endParaRPr>
              </a:p>
            </p:txBody>
          </p:sp>
          <p:sp>
            <p:nvSpPr>
              <p:cNvPr id="196" name=""/>
              <p:cNvSpPr/>
              <p:nvPr/>
            </p:nvSpPr>
            <p:spPr>
              <a:xfrm>
                <a:off x="8406360" y="3870360"/>
                <a:ext cx="139320" cy="216000"/>
              </a:xfrm>
              <a:custGeom>
                <a:avLst/>
                <a:gdLst/>
                <a:ahLst/>
                <a:rect l="0" t="0" r="r" b="b"/>
                <a:pathLst>
                  <a:path w="387" h="600">
                    <a:moveTo>
                      <a:pt x="387" y="301"/>
                    </a:moveTo>
                    <a:cubicBezTo>
                      <a:pt x="387" y="231"/>
                      <a:pt x="385" y="162"/>
                      <a:pt x="351" y="97"/>
                    </a:cubicBezTo>
                    <a:cubicBezTo>
                      <a:pt x="308" y="12"/>
                      <a:pt x="232" y="0"/>
                      <a:pt x="195" y="0"/>
                    </a:cubicBezTo>
                    <a:cubicBezTo>
                      <a:pt x="140" y="0"/>
                      <a:pt x="71" y="22"/>
                      <a:pt x="34" y="102"/>
                    </a:cubicBezTo>
                    <a:cubicBezTo>
                      <a:pt x="3" y="164"/>
                      <a:pt x="0" y="231"/>
                      <a:pt x="0" y="301"/>
                    </a:cubicBezTo>
                    <a:cubicBezTo>
                      <a:pt x="0" y="366"/>
                      <a:pt x="3" y="446"/>
                      <a:pt x="40" y="513"/>
                    </a:cubicBezTo>
                    <a:cubicBezTo>
                      <a:pt x="82" y="582"/>
                      <a:pt x="148" y="600"/>
                      <a:pt x="192" y="600"/>
                    </a:cubicBezTo>
                    <a:cubicBezTo>
                      <a:pt x="243" y="600"/>
                      <a:pt x="314" y="582"/>
                      <a:pt x="353" y="498"/>
                    </a:cubicBezTo>
                    <a:cubicBezTo>
                      <a:pt x="385" y="438"/>
                      <a:pt x="387" y="371"/>
                      <a:pt x="387" y="301"/>
                    </a:cubicBezTo>
                    <a:moveTo>
                      <a:pt x="192" y="580"/>
                    </a:moveTo>
                    <a:cubicBezTo>
                      <a:pt x="158" y="580"/>
                      <a:pt x="103" y="560"/>
                      <a:pt x="87" y="475"/>
                    </a:cubicBezTo>
                    <a:cubicBezTo>
                      <a:pt x="76" y="423"/>
                      <a:pt x="76" y="343"/>
                      <a:pt x="76" y="291"/>
                    </a:cubicBezTo>
                    <a:cubicBezTo>
                      <a:pt x="76" y="234"/>
                      <a:pt x="76" y="177"/>
                      <a:pt x="84" y="129"/>
                    </a:cubicBezTo>
                    <a:cubicBezTo>
                      <a:pt x="100" y="27"/>
                      <a:pt x="171" y="17"/>
                      <a:pt x="192" y="17"/>
                    </a:cubicBezTo>
                    <a:cubicBezTo>
                      <a:pt x="224" y="17"/>
                      <a:pt x="285" y="35"/>
                      <a:pt x="303" y="119"/>
                    </a:cubicBezTo>
                    <a:cubicBezTo>
                      <a:pt x="311" y="169"/>
                      <a:pt x="311" y="236"/>
                      <a:pt x="311" y="291"/>
                    </a:cubicBezTo>
                    <a:cubicBezTo>
                      <a:pt x="311" y="356"/>
                      <a:pt x="311" y="416"/>
                      <a:pt x="300" y="470"/>
                    </a:cubicBezTo>
                    <a:cubicBezTo>
                      <a:pt x="287" y="555"/>
                      <a:pt x="235" y="580"/>
                      <a:pt x="192" y="58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7" name=""/>
              <p:cNvSpPr/>
              <p:nvPr/>
            </p:nvSpPr>
            <p:spPr>
              <a:xfrm>
                <a:off x="8588520" y="4046040"/>
                <a:ext cx="35280" cy="33120"/>
              </a:xfrm>
              <a:custGeom>
                <a:avLst/>
                <a:gdLst/>
                <a:ahLst/>
                <a:rect l="0" t="0" r="r" b="b"/>
                <a:pathLst>
                  <a:path w="98" h="92">
                    <a:moveTo>
                      <a:pt x="98" y="47"/>
                    </a:moveTo>
                    <a:cubicBezTo>
                      <a:pt x="98" y="22"/>
                      <a:pt x="75" y="0"/>
                      <a:pt x="47" y="0"/>
                    </a:cubicBezTo>
                    <a:cubicBezTo>
                      <a:pt x="20" y="0"/>
                      <a:pt x="0" y="22"/>
                      <a:pt x="0" y="47"/>
                    </a:cubicBezTo>
                    <a:cubicBezTo>
                      <a:pt x="0" y="72"/>
                      <a:pt x="20" y="92"/>
                      <a:pt x="47" y="92"/>
                    </a:cubicBezTo>
                    <a:cubicBezTo>
                      <a:pt x="75" y="92"/>
                      <a:pt x="98" y="72"/>
                      <a:pt x="98" y="47"/>
                    </a:cubicBezTo>
                    <a:close/>
                  </a:path>
                </a:pathLst>
              </a:custGeom>
              <a:solidFill>
                <a:srgbClr val="000000"/>
              </a:solidFill>
              <a:ln w="0">
                <a:noFill/>
              </a:ln>
            </p:spPr>
            <p:txBody>
              <a:bodyPr lIns="90000" rIns="90000" tIns="-11880" bIns="-11880" anchor="ctr" anchorCtr="1">
                <a:noAutofit/>
              </a:bodyPr>
              <a:p>
                <a:endParaRPr b="0" lang="en-GB" sz="1800" spc="-1" strike="noStrike">
                  <a:solidFill>
                    <a:srgbClr val="ffffff"/>
                  </a:solidFill>
                  <a:latin typeface="Arial"/>
                </a:endParaRPr>
              </a:p>
            </p:txBody>
          </p:sp>
          <p:sp>
            <p:nvSpPr>
              <p:cNvPr id="198" name=""/>
              <p:cNvSpPr/>
              <p:nvPr/>
            </p:nvSpPr>
            <p:spPr>
              <a:xfrm>
                <a:off x="8666280" y="3870360"/>
                <a:ext cx="138600" cy="216000"/>
              </a:xfrm>
              <a:custGeom>
                <a:avLst/>
                <a:gdLst/>
                <a:ahLst/>
                <a:rect l="0" t="0" r="r" b="b"/>
                <a:pathLst>
                  <a:path w="385" h="600">
                    <a:moveTo>
                      <a:pt x="300" y="304"/>
                    </a:moveTo>
                    <a:cubicBezTo>
                      <a:pt x="300" y="313"/>
                      <a:pt x="300" y="322"/>
                      <a:pt x="300" y="331"/>
                    </a:cubicBezTo>
                    <a:cubicBezTo>
                      <a:pt x="300" y="535"/>
                      <a:pt x="206" y="575"/>
                      <a:pt x="150" y="575"/>
                    </a:cubicBezTo>
                    <a:cubicBezTo>
                      <a:pt x="134" y="575"/>
                      <a:pt x="84" y="575"/>
                      <a:pt x="61" y="545"/>
                    </a:cubicBezTo>
                    <a:cubicBezTo>
                      <a:pt x="100" y="545"/>
                      <a:pt x="108" y="518"/>
                      <a:pt x="108" y="503"/>
                    </a:cubicBezTo>
                    <a:cubicBezTo>
                      <a:pt x="108" y="478"/>
                      <a:pt x="87" y="463"/>
                      <a:pt x="66" y="463"/>
                    </a:cubicBezTo>
                    <a:cubicBezTo>
                      <a:pt x="50" y="463"/>
                      <a:pt x="24" y="470"/>
                      <a:pt x="24" y="505"/>
                    </a:cubicBezTo>
                    <a:cubicBezTo>
                      <a:pt x="24" y="565"/>
                      <a:pt x="74" y="600"/>
                      <a:pt x="153" y="600"/>
                    </a:cubicBezTo>
                    <a:cubicBezTo>
                      <a:pt x="271" y="600"/>
                      <a:pt x="385" y="480"/>
                      <a:pt x="385" y="294"/>
                    </a:cubicBezTo>
                    <a:cubicBezTo>
                      <a:pt x="385" y="60"/>
                      <a:pt x="277" y="0"/>
                      <a:pt x="195" y="0"/>
                    </a:cubicBezTo>
                    <a:cubicBezTo>
                      <a:pt x="145" y="0"/>
                      <a:pt x="98" y="15"/>
                      <a:pt x="58" y="55"/>
                    </a:cubicBezTo>
                    <a:cubicBezTo>
                      <a:pt x="21" y="95"/>
                      <a:pt x="0" y="129"/>
                      <a:pt x="0" y="197"/>
                    </a:cubicBezTo>
                    <a:cubicBezTo>
                      <a:pt x="0" y="304"/>
                      <a:pt x="82" y="391"/>
                      <a:pt x="185" y="391"/>
                    </a:cubicBezTo>
                    <a:cubicBezTo>
                      <a:pt x="243" y="391"/>
                      <a:pt x="279" y="353"/>
                      <a:pt x="300" y="304"/>
                    </a:cubicBezTo>
                    <a:moveTo>
                      <a:pt x="187" y="371"/>
                    </a:moveTo>
                    <a:cubicBezTo>
                      <a:pt x="171" y="371"/>
                      <a:pt x="129" y="371"/>
                      <a:pt x="100" y="316"/>
                    </a:cubicBezTo>
                    <a:cubicBezTo>
                      <a:pt x="84" y="284"/>
                      <a:pt x="84" y="239"/>
                      <a:pt x="84" y="197"/>
                    </a:cubicBezTo>
                    <a:cubicBezTo>
                      <a:pt x="84" y="149"/>
                      <a:pt x="84" y="110"/>
                      <a:pt x="103" y="77"/>
                    </a:cubicBezTo>
                    <a:cubicBezTo>
                      <a:pt x="127" y="32"/>
                      <a:pt x="163" y="20"/>
                      <a:pt x="195" y="20"/>
                    </a:cubicBezTo>
                    <a:cubicBezTo>
                      <a:pt x="237" y="20"/>
                      <a:pt x="269" y="50"/>
                      <a:pt x="285" y="90"/>
                    </a:cubicBezTo>
                    <a:cubicBezTo>
                      <a:pt x="295" y="117"/>
                      <a:pt x="298" y="174"/>
                      <a:pt x="298" y="214"/>
                    </a:cubicBezTo>
                    <a:cubicBezTo>
                      <a:pt x="298" y="286"/>
                      <a:pt x="266" y="371"/>
                      <a:pt x="187" y="37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199" name=""/>
              <p:cNvSpPr/>
              <p:nvPr/>
            </p:nvSpPr>
            <p:spPr>
              <a:xfrm>
                <a:off x="8835120" y="3870360"/>
                <a:ext cx="133920" cy="216000"/>
              </a:xfrm>
              <a:custGeom>
                <a:avLst/>
                <a:gdLst/>
                <a:ahLst/>
                <a:rect l="0" t="0" r="r" b="b"/>
                <a:pathLst>
                  <a:path w="372" h="600">
                    <a:moveTo>
                      <a:pt x="372" y="406"/>
                    </a:moveTo>
                    <a:cubicBezTo>
                      <a:pt x="372" y="301"/>
                      <a:pt x="295" y="214"/>
                      <a:pt x="195" y="214"/>
                    </a:cubicBezTo>
                    <a:cubicBezTo>
                      <a:pt x="150" y="214"/>
                      <a:pt x="111" y="229"/>
                      <a:pt x="76" y="259"/>
                    </a:cubicBezTo>
                    <a:cubicBezTo>
                      <a:pt x="76" y="202"/>
                      <a:pt x="76" y="144"/>
                      <a:pt x="76" y="87"/>
                    </a:cubicBezTo>
                    <a:cubicBezTo>
                      <a:pt x="95" y="95"/>
                      <a:pt x="127" y="100"/>
                      <a:pt x="156" y="100"/>
                    </a:cubicBezTo>
                    <a:cubicBezTo>
                      <a:pt x="269" y="100"/>
                      <a:pt x="335" y="20"/>
                      <a:pt x="335" y="10"/>
                    </a:cubicBezTo>
                    <a:cubicBezTo>
                      <a:pt x="335" y="2"/>
                      <a:pt x="332" y="0"/>
                      <a:pt x="324" y="0"/>
                    </a:cubicBezTo>
                    <a:cubicBezTo>
                      <a:pt x="322" y="1"/>
                      <a:pt x="322" y="0"/>
                      <a:pt x="319" y="2"/>
                    </a:cubicBezTo>
                    <a:cubicBezTo>
                      <a:pt x="298" y="10"/>
                      <a:pt x="253" y="27"/>
                      <a:pt x="192" y="27"/>
                    </a:cubicBezTo>
                    <a:cubicBezTo>
                      <a:pt x="156" y="27"/>
                      <a:pt x="113" y="20"/>
                      <a:pt x="69" y="2"/>
                    </a:cubicBezTo>
                    <a:cubicBezTo>
                      <a:pt x="61" y="0"/>
                      <a:pt x="62" y="1"/>
                      <a:pt x="58" y="0"/>
                    </a:cubicBezTo>
                    <a:cubicBezTo>
                      <a:pt x="47" y="0"/>
                      <a:pt x="47" y="7"/>
                      <a:pt x="47" y="20"/>
                    </a:cubicBezTo>
                    <a:cubicBezTo>
                      <a:pt x="47" y="106"/>
                      <a:pt x="47" y="192"/>
                      <a:pt x="47" y="279"/>
                    </a:cubicBezTo>
                    <a:cubicBezTo>
                      <a:pt x="47" y="296"/>
                      <a:pt x="47" y="301"/>
                      <a:pt x="61" y="301"/>
                    </a:cubicBezTo>
                    <a:cubicBezTo>
                      <a:pt x="69" y="301"/>
                      <a:pt x="69" y="299"/>
                      <a:pt x="74" y="294"/>
                    </a:cubicBezTo>
                    <a:cubicBezTo>
                      <a:pt x="84" y="281"/>
                      <a:pt x="119" y="234"/>
                      <a:pt x="192" y="234"/>
                    </a:cubicBezTo>
                    <a:cubicBezTo>
                      <a:pt x="240" y="234"/>
                      <a:pt x="264" y="274"/>
                      <a:pt x="271" y="289"/>
                    </a:cubicBezTo>
                    <a:cubicBezTo>
                      <a:pt x="287" y="321"/>
                      <a:pt x="287" y="356"/>
                      <a:pt x="287" y="398"/>
                    </a:cubicBezTo>
                    <a:cubicBezTo>
                      <a:pt x="287" y="431"/>
                      <a:pt x="287" y="483"/>
                      <a:pt x="266" y="518"/>
                    </a:cubicBezTo>
                    <a:cubicBezTo>
                      <a:pt x="243" y="553"/>
                      <a:pt x="208" y="575"/>
                      <a:pt x="166" y="575"/>
                    </a:cubicBezTo>
                    <a:cubicBezTo>
                      <a:pt x="100" y="575"/>
                      <a:pt x="47" y="530"/>
                      <a:pt x="32" y="478"/>
                    </a:cubicBezTo>
                    <a:cubicBezTo>
                      <a:pt x="34" y="478"/>
                      <a:pt x="37" y="480"/>
                      <a:pt x="47" y="480"/>
                    </a:cubicBezTo>
                    <a:cubicBezTo>
                      <a:pt x="76" y="480"/>
                      <a:pt x="92" y="457"/>
                      <a:pt x="92" y="436"/>
                    </a:cubicBezTo>
                    <a:cubicBezTo>
                      <a:pt x="92" y="414"/>
                      <a:pt x="76" y="393"/>
                      <a:pt x="47" y="393"/>
                    </a:cubicBezTo>
                    <a:cubicBezTo>
                      <a:pt x="34" y="393"/>
                      <a:pt x="0" y="401"/>
                      <a:pt x="0" y="441"/>
                    </a:cubicBezTo>
                    <a:cubicBezTo>
                      <a:pt x="0" y="515"/>
                      <a:pt x="66" y="600"/>
                      <a:pt x="169" y="600"/>
                    </a:cubicBezTo>
                    <a:cubicBezTo>
                      <a:pt x="277" y="600"/>
                      <a:pt x="372" y="515"/>
                      <a:pt x="372" y="40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00" name=""/>
              <p:cNvSpPr/>
              <p:nvPr/>
            </p:nvSpPr>
            <p:spPr>
              <a:xfrm>
                <a:off x="8999280" y="3870360"/>
                <a:ext cx="138600" cy="216000"/>
              </a:xfrm>
              <a:custGeom>
                <a:avLst/>
                <a:gdLst/>
                <a:ahLst/>
                <a:rect l="0" t="0" r="r" b="b"/>
                <a:pathLst>
                  <a:path w="385" h="600">
                    <a:moveTo>
                      <a:pt x="113" y="182"/>
                    </a:moveTo>
                    <a:cubicBezTo>
                      <a:pt x="71" y="154"/>
                      <a:pt x="66" y="127"/>
                      <a:pt x="66" y="112"/>
                    </a:cubicBezTo>
                    <a:cubicBezTo>
                      <a:pt x="66" y="57"/>
                      <a:pt x="127" y="20"/>
                      <a:pt x="192" y="20"/>
                    </a:cubicBezTo>
                    <a:cubicBezTo>
                      <a:pt x="261" y="20"/>
                      <a:pt x="319" y="67"/>
                      <a:pt x="319" y="129"/>
                    </a:cubicBezTo>
                    <a:cubicBezTo>
                      <a:pt x="319" y="179"/>
                      <a:pt x="282" y="222"/>
                      <a:pt x="227" y="251"/>
                    </a:cubicBezTo>
                    <a:cubicBezTo>
                      <a:pt x="189" y="228"/>
                      <a:pt x="151" y="205"/>
                      <a:pt x="113" y="182"/>
                    </a:cubicBezTo>
                    <a:moveTo>
                      <a:pt x="248" y="264"/>
                    </a:moveTo>
                    <a:cubicBezTo>
                      <a:pt x="314" y="231"/>
                      <a:pt x="361" y="187"/>
                      <a:pt x="361" y="129"/>
                    </a:cubicBezTo>
                    <a:cubicBezTo>
                      <a:pt x="361" y="50"/>
                      <a:pt x="277" y="0"/>
                      <a:pt x="192" y="0"/>
                    </a:cubicBezTo>
                    <a:cubicBezTo>
                      <a:pt x="100" y="0"/>
                      <a:pt x="26" y="65"/>
                      <a:pt x="26" y="144"/>
                    </a:cubicBezTo>
                    <a:cubicBezTo>
                      <a:pt x="26" y="162"/>
                      <a:pt x="26" y="199"/>
                      <a:pt x="66" y="241"/>
                    </a:cubicBezTo>
                    <a:cubicBezTo>
                      <a:pt x="76" y="251"/>
                      <a:pt x="111" y="274"/>
                      <a:pt x="134" y="289"/>
                    </a:cubicBezTo>
                    <a:cubicBezTo>
                      <a:pt x="79" y="314"/>
                      <a:pt x="0" y="363"/>
                      <a:pt x="0" y="448"/>
                    </a:cubicBezTo>
                    <a:cubicBezTo>
                      <a:pt x="0" y="543"/>
                      <a:pt x="95" y="600"/>
                      <a:pt x="192" y="600"/>
                    </a:cubicBezTo>
                    <a:cubicBezTo>
                      <a:pt x="298" y="600"/>
                      <a:pt x="385" y="528"/>
                      <a:pt x="385" y="433"/>
                    </a:cubicBezTo>
                    <a:cubicBezTo>
                      <a:pt x="385" y="403"/>
                      <a:pt x="374" y="363"/>
                      <a:pt x="340" y="326"/>
                    </a:cubicBezTo>
                    <a:cubicBezTo>
                      <a:pt x="322" y="309"/>
                      <a:pt x="306" y="299"/>
                      <a:pt x="248" y="264"/>
                    </a:cubicBezTo>
                    <a:moveTo>
                      <a:pt x="156" y="301"/>
                    </a:moveTo>
                    <a:cubicBezTo>
                      <a:pt x="193" y="324"/>
                      <a:pt x="231" y="346"/>
                      <a:pt x="269" y="368"/>
                    </a:cubicBezTo>
                    <a:cubicBezTo>
                      <a:pt x="295" y="386"/>
                      <a:pt x="337" y="413"/>
                      <a:pt x="337" y="465"/>
                    </a:cubicBezTo>
                    <a:cubicBezTo>
                      <a:pt x="337" y="530"/>
                      <a:pt x="269" y="575"/>
                      <a:pt x="192" y="575"/>
                    </a:cubicBezTo>
                    <a:cubicBezTo>
                      <a:pt x="113" y="575"/>
                      <a:pt x="47" y="520"/>
                      <a:pt x="47" y="448"/>
                    </a:cubicBezTo>
                    <a:cubicBezTo>
                      <a:pt x="47" y="398"/>
                      <a:pt x="76" y="343"/>
                      <a:pt x="1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201" name=""/>
          <p:cNvSpPr/>
          <p:nvPr/>
        </p:nvSpPr>
        <p:spPr>
          <a:xfrm>
            <a:off x="5868000" y="3708000"/>
            <a:ext cx="3420000" cy="540000"/>
          </a:xfrm>
          <a:prstGeom prst="rect">
            <a:avLst/>
          </a:prstGeom>
          <a:noFill/>
          <a:ln w="29160">
            <a:solidFill>
              <a:srgbClr val="ff0000"/>
            </a:solidFill>
            <a:round/>
          </a:ln>
        </p:spPr>
        <p:style>
          <a:lnRef idx="0"/>
          <a:fillRef idx="0"/>
          <a:effectRef idx="0"/>
          <a:fontRef idx="minor"/>
        </p:style>
        <p:txBody>
          <a:bodyPr wrap="none" lIns="95400" rIns="95400" tIns="50400" bIns="50400" anchor="ctr">
            <a:noAutofit/>
          </a:bodyPr>
          <a:p>
            <a:endParaRPr b="0" lang="en-GB" sz="1800" spc="-1" strike="noStrike">
              <a:solidFill>
                <a:srgbClr val="ffffff"/>
              </a:solidFill>
              <a:latin typeface="Arial"/>
            </a:endParaRPr>
          </a:p>
        </p:txBody>
      </p:sp>
      <p:sp>
        <p:nvSpPr>
          <p:cNvPr id="202" name=""/>
          <p:cNvSpPr/>
          <p:nvPr/>
        </p:nvSpPr>
        <p:spPr>
          <a:xfrm>
            <a:off x="4644000" y="515052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[2302.00344]</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 dur="indefinite" restart="never" nodeType="tmRoot">
          <p:childTnLst>
            <p:seq>
              <p:cTn id="22" dur="indefinite" nodeType="mainSeq">
                <p:childTnLst>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201"/>
                                        </p:tgtEl>
                                        <p:attrNameLst>
                                          <p:attrName>style.visibility</p:attrName>
                                        </p:attrNameLst>
                                      </p:cBhvr>
                                      <p:to>
                                        <p:strVal val="visible"/>
                                      </p:to>
                                    </p:set>
                                  </p:childTnLst>
                                </p:cTn>
                              </p:par>
                              <p:par>
                                <p:cTn id="27" nodeType="withEffect" fill="hold" presetClass="entr" presetID="1">
                                  <p:stCondLst>
                                    <p:cond delay="0"/>
                                  </p:stCondLst>
                                  <p:childTnLst>
                                    <p:set>
                                      <p:cBhvr>
                                        <p:cTn id="28"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pic>
        <p:nvPicPr>
          <p:cNvPr id="204" name="" descr=""/>
          <p:cNvPicPr/>
          <p:nvPr/>
        </p:nvPicPr>
        <p:blipFill>
          <a:blip r:embed="rId1">
            <a:alphaModFix amt="70000"/>
          </a:blip>
          <a:stretch/>
        </p:blipFill>
        <p:spPr>
          <a:xfrm>
            <a:off x="3132000" y="1260000"/>
            <a:ext cx="6948000" cy="4553280"/>
          </a:xfrm>
          <a:prstGeom prst="rect">
            <a:avLst/>
          </a:prstGeom>
          <a:ln w="18000">
            <a:noFill/>
          </a:ln>
        </p:spPr>
      </p:pic>
      <p:pic>
        <p:nvPicPr>
          <p:cNvPr id="205" name="" descr=""/>
          <p:cNvPicPr/>
          <p:nvPr/>
        </p:nvPicPr>
        <p:blipFill>
          <a:blip r:embed="rId2">
            <a:alphaModFix amt="70000"/>
          </a:blip>
          <a:stretch/>
        </p:blipFill>
        <p:spPr>
          <a:xfrm>
            <a:off x="0" y="1260000"/>
            <a:ext cx="5040000" cy="3310560"/>
          </a:xfrm>
          <a:prstGeom prst="rect">
            <a:avLst/>
          </a:prstGeom>
          <a:ln w="18000">
            <a:noFill/>
          </a:ln>
        </p:spPr>
      </p:pic>
      <p:sp>
        <p:nvSpPr>
          <p:cNvPr id="206" name=""/>
          <p:cNvSpPr/>
          <p:nvPr/>
        </p:nvSpPr>
        <p:spPr>
          <a:xfrm>
            <a:off x="108000" y="4608000"/>
            <a:ext cx="1656000" cy="324000"/>
          </a:xfrm>
          <a:prstGeom prst="rect">
            <a:avLst/>
          </a:prstGeom>
          <a:solidFill>
            <a:srgbClr val="ffffff">
              <a:alpha val="70000"/>
            </a:srgbClr>
          </a:solidFill>
          <a:ln w="18000">
            <a:solidFill>
              <a:srgbClr val="000032"/>
            </a:solidFill>
            <a:round/>
          </a:ln>
        </p:spPr>
        <p:style>
          <a:lnRef idx="0"/>
          <a:fillRef idx="0"/>
          <a:effectRef idx="0"/>
          <a:fontRef idx="minor"/>
        </p:style>
        <p:txBody>
          <a:bodyPr wrap="none" lIns="90000" rIns="90000" tIns="45000" bIns="45000" anchor="ctr">
            <a:noAutofit/>
          </a:bodyPr>
          <a:p>
            <a:pPr algn="ctr"/>
            <a:r>
              <a:rPr b="0" lang="en-GB" sz="1800" spc="-1" strike="noStrike">
                <a:solidFill>
                  <a:srgbClr val="000000"/>
                </a:solidFill>
                <a:latin typeface="Arial"/>
              </a:rPr>
              <a:t>[2210.01142]</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05"/>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Homogenity, Flatness and Isotropy puzzle</a:t>
            </a:r>
            <a:endParaRPr b="0" lang="en-GB" sz="3300" spc="-1" strike="noStrike">
              <a:solidFill>
                <a:srgbClr val="ffffff"/>
              </a:solidFill>
              <a:latin typeface="Arial"/>
            </a:endParaRPr>
          </a:p>
        </p:txBody>
      </p:sp>
      <p:pic>
        <p:nvPicPr>
          <p:cNvPr id="208" name="" descr=""/>
          <p:cNvPicPr/>
          <p:nvPr/>
        </p:nvPicPr>
        <p:blipFill>
          <a:blip r:embed="rId1">
            <a:alphaModFix amt="70000"/>
          </a:blip>
          <a:stretch/>
        </p:blipFill>
        <p:spPr>
          <a:xfrm>
            <a:off x="1260000" y="1226880"/>
            <a:ext cx="7380000" cy="4429080"/>
          </a:xfrm>
          <a:prstGeom prst="rect">
            <a:avLst/>
          </a:prstGeom>
          <a:ln w="1800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How do perturbations Evolve in the universe?</a:t>
            </a:r>
            <a:endParaRPr b="0" lang="en-GB" sz="3300" spc="-1" strike="noStrike">
              <a:solidFill>
                <a:srgbClr val="ffffff"/>
              </a:solidFill>
              <a:latin typeface="Arial"/>
            </a:endParaRPr>
          </a:p>
        </p:txBody>
      </p:sp>
      <p:sp>
        <p:nvSpPr>
          <p:cNvPr id="210"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Perturbations should also be periodic. As a result, only discrete wave vectors (k) are allowed (</a:t>
            </a:r>
            <a:r>
              <a:rPr b="0" lang="en-GB" sz="2400" spc="-1" strike="noStrike">
                <a:solidFill>
                  <a:srgbClr val="000000"/>
                </a:solidFill>
                <a:latin typeface="Arial"/>
              </a:rPr>
              <a:t>Lasenby et. al. 2022).</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Analogy: standing waves in finite tunnel.</a:t>
            </a:r>
            <a:endParaRPr b="0" lang="en-GB" sz="2400" spc="-1" strike="noStrike">
              <a:solidFill>
                <a:srgbClr val="000000"/>
              </a:solidFill>
              <a:latin typeface="Arial"/>
            </a:endParaRPr>
          </a:p>
        </p:txBody>
      </p:sp>
      <p:pic>
        <p:nvPicPr>
          <p:cNvPr id="211" name="" descr=""/>
          <p:cNvPicPr/>
          <p:nvPr/>
        </p:nvPicPr>
        <p:blipFill>
          <a:blip r:embed="rId1">
            <a:alphaModFix amt="70000"/>
          </a:blip>
          <a:stretch/>
        </p:blipFill>
        <p:spPr>
          <a:xfrm>
            <a:off x="1080" y="2682000"/>
            <a:ext cx="10079640" cy="2988000"/>
          </a:xfrm>
          <a:prstGeom prst="rect">
            <a:avLst/>
          </a:prstGeom>
          <a:ln w="18000">
            <a:noFill/>
          </a:ln>
        </p:spPr>
      </p:pic>
      <p:pic>
        <p:nvPicPr>
          <p:cNvPr id="212" name="" descr=""/>
          <p:cNvPicPr/>
          <p:nvPr/>
        </p:nvPicPr>
        <p:blipFill>
          <a:blip r:embed="rId2">
            <a:alphaModFix amt="70000"/>
          </a:blip>
          <a:srcRect l="31768" t="0" r="1899" b="0"/>
          <a:stretch/>
        </p:blipFill>
        <p:spPr>
          <a:xfrm>
            <a:off x="6813360" y="2288880"/>
            <a:ext cx="2654640" cy="3345120"/>
          </a:xfrm>
          <a:prstGeom prst="rect">
            <a:avLst/>
          </a:prstGeom>
          <a:ln w="18000">
            <a:noFill/>
          </a:ln>
        </p:spPr>
      </p:pic>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Discrete k depends on spatial curvature</a:t>
            </a:r>
            <a:endParaRPr b="0" lang="en-GB" sz="3300" spc="-1" strike="noStrike">
              <a:solidFill>
                <a:srgbClr val="ffffff"/>
              </a:solidFill>
              <a:latin typeface="Arial"/>
            </a:endParaRPr>
          </a:p>
        </p:txBody>
      </p:sp>
      <p:sp>
        <p:nvSpPr>
          <p:cNvPr id="214" name="PlaceHolder 2"/>
          <p:cNvSpPr>
            <a:spLocks noGrp="1"/>
          </p:cNvSpPr>
          <p:nvPr>
            <p:ph/>
          </p:nvPr>
        </p:nvSpPr>
        <p:spPr>
          <a:xfrm>
            <a:off x="212760" y="1368000"/>
            <a:ext cx="3927240" cy="3600000"/>
          </a:xfrm>
          <a:prstGeom prst="rect">
            <a:avLst/>
          </a:prstGeom>
          <a:noFill/>
          <a:ln w="0">
            <a:noFill/>
          </a:ln>
        </p:spPr>
        <p:txBody>
          <a:bodyPr lIns="0" rIns="0" tIns="0" bIns="0" anchor="t">
            <a:normAutofit/>
          </a:bodyPr>
          <a:p>
            <a:pPr marL="432000" indent="-324000">
              <a:lnSpc>
                <a:spcPct val="100000"/>
              </a:lnSpc>
              <a:buClr>
                <a:srgbClr val="000000"/>
              </a:buClr>
              <a:buSzPct val="45000"/>
              <a:buFont typeface="Wingdings" charset="2"/>
              <a:buChar char=""/>
            </a:pPr>
            <a:r>
              <a:rPr b="0" lang="en-GB" sz="2400" spc="-1" strike="noStrike">
                <a:solidFill>
                  <a:srgbClr val="000000"/>
                </a:solidFill>
                <a:latin typeface="Arial"/>
                <a:ea typeface="DejaVu Sans"/>
              </a:rPr>
              <a:t>1.        varies with spatial </a:t>
            </a:r>
            <a:br>
              <a:rPr sz="2400"/>
            </a:br>
            <a:r>
              <a:rPr b="0" lang="en-GB" sz="2400" spc="-1" strike="noStrike">
                <a:solidFill>
                  <a:srgbClr val="000000"/>
                </a:solidFill>
                <a:latin typeface="Arial"/>
                <a:ea typeface="DejaVu Sans"/>
              </a:rPr>
              <a:t>curvature       .</a:t>
            </a:r>
            <a:endParaRPr b="0" lang="en-GB" sz="2400" spc="-1" strike="noStrike">
              <a:solidFill>
                <a:srgbClr val="000000"/>
              </a:solidFill>
              <a:latin typeface="Arial"/>
            </a:endParaRPr>
          </a:p>
          <a:p>
            <a:pPr marL="432000" indent="-324000">
              <a:lnSpc>
                <a:spcPct val="100000"/>
              </a:lnSpc>
              <a:buClr>
                <a:srgbClr val="000000"/>
              </a:buClr>
              <a:buSzPct val="45000"/>
              <a:buFont typeface="Wingdings" charset="2"/>
              <a:buChar char=""/>
            </a:pPr>
            <a:r>
              <a:rPr b="0" lang="en-GB" sz="2400" spc="-1" strike="noStrike">
                <a:solidFill>
                  <a:srgbClr val="000000"/>
                </a:solidFill>
                <a:latin typeface="Arial"/>
                <a:ea typeface="DejaVu Sans"/>
              </a:rPr>
              <a:t>2. Finite spacetime of closed universe</a:t>
            </a:r>
            <a:br>
              <a:rPr sz="2400"/>
            </a:br>
            <a:r>
              <a:rPr b="0" lang="en-GB" sz="2400" spc="-1" strike="noStrike">
                <a:solidFill>
                  <a:srgbClr val="000000"/>
                </a:solidFill>
                <a:latin typeface="Arial"/>
                <a:ea typeface="DejaVu Sans"/>
              </a:rPr>
              <a:t>require          .</a:t>
            </a:r>
            <a:endParaRPr b="0" lang="en-GB" sz="2400" spc="-1" strike="noStrike">
              <a:solidFill>
                <a:srgbClr val="000000"/>
              </a:solidFill>
              <a:latin typeface="Arial"/>
            </a:endParaRPr>
          </a:p>
          <a:p>
            <a:pPr marL="432000" indent="0">
              <a:spcAft>
                <a:spcPts val="1060"/>
              </a:spcAft>
              <a:buNone/>
            </a:pPr>
            <a:endParaRPr b="0" lang="en-GB" sz="2400" spc="-1" strike="noStrike">
              <a:solidFill>
                <a:srgbClr val="000000"/>
              </a:solidFill>
              <a:latin typeface="Arial"/>
            </a:endParaRPr>
          </a:p>
        </p:txBody>
      </p:sp>
      <p:grpSp>
        <p:nvGrpSpPr>
          <p:cNvPr id="215" name=""/>
          <p:cNvGrpSpPr/>
          <p:nvPr/>
        </p:nvGrpSpPr>
        <p:grpSpPr>
          <a:xfrm>
            <a:off x="1008000" y="1472040"/>
            <a:ext cx="456480" cy="255960"/>
            <a:chOff x="1008000" y="1472040"/>
            <a:chExt cx="456480" cy="255960"/>
          </a:xfrm>
        </p:grpSpPr>
        <p:grpSp>
          <p:nvGrpSpPr>
            <p:cNvPr id="216" name=""/>
            <p:cNvGrpSpPr/>
            <p:nvPr/>
          </p:nvGrpSpPr>
          <p:grpSpPr>
            <a:xfrm>
              <a:off x="1008000" y="1472040"/>
              <a:ext cx="456480" cy="255960"/>
              <a:chOff x="1008000" y="1472040"/>
              <a:chExt cx="456480" cy="255960"/>
            </a:xfrm>
          </p:grpSpPr>
          <p:sp>
            <p:nvSpPr>
              <p:cNvPr id="217" name=""/>
              <p:cNvSpPr/>
              <p:nvPr/>
            </p:nvSpPr>
            <p:spPr>
              <a:xfrm>
                <a:off x="1026000" y="1490040"/>
                <a:ext cx="420120" cy="219960"/>
              </a:xfrm>
              <a:custGeom>
                <a:avLst/>
                <a:gdLst/>
                <a:ahLst/>
                <a:rect l="0" t="0" r="r" b="b"/>
                <a:pathLst>
                  <a:path w="1167" h="611">
                    <a:moveTo>
                      <a:pt x="0" y="0"/>
                    </a:moveTo>
                    <a:cubicBezTo>
                      <a:pt x="389" y="0"/>
                      <a:pt x="778" y="0"/>
                      <a:pt x="1167" y="0"/>
                    </a:cubicBezTo>
                    <a:cubicBezTo>
                      <a:pt x="1167" y="204"/>
                      <a:pt x="1167" y="407"/>
                      <a:pt x="1167" y="611"/>
                    </a:cubicBezTo>
                    <a:cubicBezTo>
                      <a:pt x="778" y="611"/>
                      <a:pt x="389" y="611"/>
                      <a:pt x="0" y="611"/>
                    </a:cubicBezTo>
                    <a:cubicBezTo>
                      <a:pt x="0" y="407"/>
                      <a:pt x="0" y="204"/>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18" name=""/>
              <p:cNvSpPr/>
              <p:nvPr/>
            </p:nvSpPr>
            <p:spPr>
              <a:xfrm>
                <a:off x="1008000" y="1472040"/>
                <a:ext cx="260280" cy="252000"/>
              </a:xfrm>
              <a:custGeom>
                <a:avLst/>
                <a:gdLst/>
                <a:ahLst/>
                <a:rect l="0" t="0" r="r" b="b"/>
                <a:pathLst>
                  <a:path w="723" h="700">
                    <a:moveTo>
                      <a:pt x="388" y="17"/>
                    </a:moveTo>
                    <a:cubicBezTo>
                      <a:pt x="380" y="6"/>
                      <a:pt x="377" y="0"/>
                      <a:pt x="360" y="0"/>
                    </a:cubicBezTo>
                    <a:cubicBezTo>
                      <a:pt x="344" y="0"/>
                      <a:pt x="344" y="6"/>
                      <a:pt x="335" y="17"/>
                    </a:cubicBezTo>
                    <a:cubicBezTo>
                      <a:pt x="225" y="238"/>
                      <a:pt x="115" y="459"/>
                      <a:pt x="6" y="680"/>
                    </a:cubicBezTo>
                    <a:cubicBezTo>
                      <a:pt x="0" y="689"/>
                      <a:pt x="2" y="688"/>
                      <a:pt x="0" y="691"/>
                    </a:cubicBezTo>
                    <a:cubicBezTo>
                      <a:pt x="0" y="700"/>
                      <a:pt x="6" y="700"/>
                      <a:pt x="22" y="700"/>
                    </a:cubicBezTo>
                    <a:cubicBezTo>
                      <a:pt x="249" y="700"/>
                      <a:pt x="475" y="700"/>
                      <a:pt x="701" y="700"/>
                    </a:cubicBezTo>
                    <a:cubicBezTo>
                      <a:pt x="718" y="700"/>
                      <a:pt x="723" y="700"/>
                      <a:pt x="723" y="691"/>
                    </a:cubicBezTo>
                    <a:cubicBezTo>
                      <a:pt x="722" y="688"/>
                      <a:pt x="723" y="689"/>
                      <a:pt x="718" y="680"/>
                    </a:cubicBezTo>
                    <a:cubicBezTo>
                      <a:pt x="608" y="459"/>
                      <a:pt x="498" y="238"/>
                      <a:pt x="388" y="17"/>
                    </a:cubicBezTo>
                    <a:moveTo>
                      <a:pt x="330" y="98"/>
                    </a:moveTo>
                    <a:cubicBezTo>
                      <a:pt x="418" y="273"/>
                      <a:pt x="506" y="449"/>
                      <a:pt x="595" y="625"/>
                    </a:cubicBezTo>
                    <a:cubicBezTo>
                      <a:pt x="419" y="625"/>
                      <a:pt x="243" y="625"/>
                      <a:pt x="67" y="625"/>
                    </a:cubicBezTo>
                    <a:cubicBezTo>
                      <a:pt x="155" y="449"/>
                      <a:pt x="242" y="273"/>
                      <a:pt x="330"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19" name=""/>
              <p:cNvSpPr/>
              <p:nvPr/>
            </p:nvSpPr>
            <p:spPr>
              <a:xfrm>
                <a:off x="1304640" y="1479960"/>
                <a:ext cx="159840" cy="248040"/>
              </a:xfrm>
              <a:custGeom>
                <a:avLst/>
                <a:gdLst/>
                <a:ahLst/>
                <a:rect l="0" t="0" r="r" b="b"/>
                <a:pathLst>
                  <a:path w="444" h="689">
                    <a:moveTo>
                      <a:pt x="226" y="11"/>
                    </a:moveTo>
                    <a:cubicBezTo>
                      <a:pt x="226" y="8"/>
                      <a:pt x="226" y="0"/>
                      <a:pt x="215" y="0"/>
                    </a:cubicBezTo>
                    <a:cubicBezTo>
                      <a:pt x="193" y="0"/>
                      <a:pt x="120" y="8"/>
                      <a:pt x="95" y="8"/>
                    </a:cubicBezTo>
                    <a:cubicBezTo>
                      <a:pt x="87" y="11"/>
                      <a:pt x="75" y="11"/>
                      <a:pt x="75" y="28"/>
                    </a:cubicBezTo>
                    <a:cubicBezTo>
                      <a:pt x="75" y="39"/>
                      <a:pt x="87" y="39"/>
                      <a:pt x="101" y="39"/>
                    </a:cubicBezTo>
                    <a:cubicBezTo>
                      <a:pt x="148" y="39"/>
                      <a:pt x="148" y="47"/>
                      <a:pt x="148" y="56"/>
                    </a:cubicBezTo>
                    <a:cubicBezTo>
                      <a:pt x="147" y="62"/>
                      <a:pt x="146" y="69"/>
                      <a:pt x="145" y="75"/>
                    </a:cubicBezTo>
                    <a:cubicBezTo>
                      <a:pt x="99" y="263"/>
                      <a:pt x="52" y="451"/>
                      <a:pt x="6" y="639"/>
                    </a:cubicBezTo>
                    <a:cubicBezTo>
                      <a:pt x="0" y="652"/>
                      <a:pt x="0" y="655"/>
                      <a:pt x="0" y="661"/>
                    </a:cubicBezTo>
                    <a:cubicBezTo>
                      <a:pt x="0" y="683"/>
                      <a:pt x="20" y="689"/>
                      <a:pt x="28" y="689"/>
                    </a:cubicBezTo>
                    <a:cubicBezTo>
                      <a:pt x="42" y="689"/>
                      <a:pt x="56" y="680"/>
                      <a:pt x="61" y="669"/>
                    </a:cubicBezTo>
                    <a:cubicBezTo>
                      <a:pt x="67" y="658"/>
                      <a:pt x="112" y="480"/>
                      <a:pt x="117" y="454"/>
                    </a:cubicBezTo>
                    <a:cubicBezTo>
                      <a:pt x="151" y="457"/>
                      <a:pt x="232" y="471"/>
                      <a:pt x="232" y="538"/>
                    </a:cubicBezTo>
                    <a:cubicBezTo>
                      <a:pt x="232" y="544"/>
                      <a:pt x="232" y="547"/>
                      <a:pt x="226" y="558"/>
                    </a:cubicBezTo>
                    <a:cubicBezTo>
                      <a:pt x="226" y="569"/>
                      <a:pt x="223" y="580"/>
                      <a:pt x="223" y="591"/>
                    </a:cubicBezTo>
                    <a:cubicBezTo>
                      <a:pt x="223" y="650"/>
                      <a:pt x="263" y="689"/>
                      <a:pt x="313" y="689"/>
                    </a:cubicBezTo>
                    <a:cubicBezTo>
                      <a:pt x="344" y="689"/>
                      <a:pt x="369" y="672"/>
                      <a:pt x="391" y="636"/>
                    </a:cubicBezTo>
                    <a:cubicBezTo>
                      <a:pt x="416" y="594"/>
                      <a:pt x="427" y="541"/>
                      <a:pt x="427" y="538"/>
                    </a:cubicBezTo>
                    <a:cubicBezTo>
                      <a:pt x="427" y="527"/>
                      <a:pt x="419" y="527"/>
                      <a:pt x="413" y="527"/>
                    </a:cubicBezTo>
                    <a:cubicBezTo>
                      <a:pt x="405" y="527"/>
                      <a:pt x="405" y="533"/>
                      <a:pt x="402" y="547"/>
                    </a:cubicBezTo>
                    <a:cubicBezTo>
                      <a:pt x="383" y="616"/>
                      <a:pt x="357" y="666"/>
                      <a:pt x="316" y="666"/>
                    </a:cubicBezTo>
                    <a:cubicBezTo>
                      <a:pt x="296" y="666"/>
                      <a:pt x="285" y="655"/>
                      <a:pt x="285" y="622"/>
                    </a:cubicBezTo>
                    <a:cubicBezTo>
                      <a:pt x="285" y="605"/>
                      <a:pt x="288" y="583"/>
                      <a:pt x="293" y="566"/>
                    </a:cubicBezTo>
                    <a:cubicBezTo>
                      <a:pt x="296" y="549"/>
                      <a:pt x="296" y="547"/>
                      <a:pt x="296" y="535"/>
                    </a:cubicBezTo>
                    <a:cubicBezTo>
                      <a:pt x="296" y="471"/>
                      <a:pt x="235" y="443"/>
                      <a:pt x="151" y="432"/>
                    </a:cubicBezTo>
                    <a:cubicBezTo>
                      <a:pt x="182" y="415"/>
                      <a:pt x="212" y="385"/>
                      <a:pt x="235" y="360"/>
                    </a:cubicBezTo>
                    <a:cubicBezTo>
                      <a:pt x="282" y="309"/>
                      <a:pt x="327" y="268"/>
                      <a:pt x="374" y="268"/>
                    </a:cubicBezTo>
                    <a:cubicBezTo>
                      <a:pt x="383" y="268"/>
                      <a:pt x="383" y="268"/>
                      <a:pt x="385" y="268"/>
                    </a:cubicBezTo>
                    <a:cubicBezTo>
                      <a:pt x="397" y="270"/>
                      <a:pt x="397" y="270"/>
                      <a:pt x="405" y="276"/>
                    </a:cubicBezTo>
                    <a:cubicBezTo>
                      <a:pt x="408" y="276"/>
                      <a:pt x="407" y="278"/>
                      <a:pt x="408" y="279"/>
                    </a:cubicBezTo>
                    <a:cubicBezTo>
                      <a:pt x="363" y="282"/>
                      <a:pt x="352" y="321"/>
                      <a:pt x="352" y="332"/>
                    </a:cubicBezTo>
                    <a:cubicBezTo>
                      <a:pt x="352" y="349"/>
                      <a:pt x="363" y="368"/>
                      <a:pt x="391" y="368"/>
                    </a:cubicBezTo>
                    <a:cubicBezTo>
                      <a:pt x="416" y="368"/>
                      <a:pt x="444" y="346"/>
                      <a:pt x="444" y="307"/>
                    </a:cubicBezTo>
                    <a:cubicBezTo>
                      <a:pt x="444" y="279"/>
                      <a:pt x="422" y="245"/>
                      <a:pt x="377" y="245"/>
                    </a:cubicBezTo>
                    <a:cubicBezTo>
                      <a:pt x="349" y="245"/>
                      <a:pt x="304" y="254"/>
                      <a:pt x="235" y="332"/>
                    </a:cubicBezTo>
                    <a:cubicBezTo>
                      <a:pt x="201" y="368"/>
                      <a:pt x="162" y="407"/>
                      <a:pt x="126" y="424"/>
                    </a:cubicBezTo>
                    <a:cubicBezTo>
                      <a:pt x="159" y="286"/>
                      <a:pt x="193" y="149"/>
                      <a:pt x="226"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20" name=""/>
          <p:cNvGrpSpPr/>
          <p:nvPr/>
        </p:nvGrpSpPr>
        <p:grpSpPr>
          <a:xfrm>
            <a:off x="1980000" y="1800000"/>
            <a:ext cx="480600" cy="299880"/>
            <a:chOff x="1980000" y="1800000"/>
            <a:chExt cx="480600" cy="299880"/>
          </a:xfrm>
        </p:grpSpPr>
        <p:grpSp>
          <p:nvGrpSpPr>
            <p:cNvPr id="221" name=""/>
            <p:cNvGrpSpPr/>
            <p:nvPr/>
          </p:nvGrpSpPr>
          <p:grpSpPr>
            <a:xfrm>
              <a:off x="1980000" y="1800000"/>
              <a:ext cx="480600" cy="299880"/>
              <a:chOff x="1980000" y="1800000"/>
              <a:chExt cx="480600" cy="299880"/>
            </a:xfrm>
          </p:grpSpPr>
          <p:sp>
            <p:nvSpPr>
              <p:cNvPr id="222" name=""/>
              <p:cNvSpPr/>
              <p:nvPr/>
            </p:nvSpPr>
            <p:spPr>
              <a:xfrm>
                <a:off x="1998000" y="1818000"/>
                <a:ext cx="444600" cy="263880"/>
              </a:xfrm>
              <a:custGeom>
                <a:avLst/>
                <a:gdLst>
                  <a:gd name="textAreaLeft" fmla="*/ 0 w 444600"/>
                  <a:gd name="textAreaRight" fmla="*/ 444960 w 444600"/>
                  <a:gd name="textAreaTop" fmla="*/ 0 h 263880"/>
                  <a:gd name="textAreaBottom" fmla="*/ 264240 h 263880"/>
                </a:gdLst>
                <a:ahLst/>
                <a:rect l="textAreaLeft" t="textAreaTop" r="textAreaRight" b="textAreaBottom"/>
                <a:pathLst>
                  <a:path w="1236" h="734">
                    <a:moveTo>
                      <a:pt x="0" y="0"/>
                    </a:moveTo>
                    <a:cubicBezTo>
                      <a:pt x="412" y="0"/>
                      <a:pt x="824" y="0"/>
                      <a:pt x="1236" y="0"/>
                    </a:cubicBezTo>
                    <a:cubicBezTo>
                      <a:pt x="1236" y="245"/>
                      <a:pt x="1236" y="489"/>
                      <a:pt x="1236" y="734"/>
                    </a:cubicBezTo>
                    <a:cubicBezTo>
                      <a:pt x="824" y="734"/>
                      <a:pt x="412" y="734"/>
                      <a:pt x="0" y="734"/>
                    </a:cubicBezTo>
                    <a:cubicBezTo>
                      <a:pt x="0" y="489"/>
                      <a:pt x="0" y="245"/>
                      <a:pt x="0" y="0"/>
                    </a:cubicBezTo>
                    <a:close/>
                  </a:path>
                </a:pathLst>
              </a:custGeom>
              <a:solidFill>
                <a:srgbClr val="ffffff"/>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sp>
            <p:nvSpPr>
              <p:cNvPr id="223" name=""/>
              <p:cNvSpPr/>
              <p:nvPr/>
            </p:nvSpPr>
            <p:spPr>
              <a:xfrm>
                <a:off x="1980000" y="1800000"/>
                <a:ext cx="222840" cy="247680"/>
              </a:xfrm>
              <a:custGeom>
                <a:avLst/>
                <a:gdLst>
                  <a:gd name="textAreaLeft" fmla="*/ 0 w 222840"/>
                  <a:gd name="textAreaRight" fmla="*/ 223200 w 222840"/>
                  <a:gd name="textAreaTop" fmla="*/ 0 h 247680"/>
                  <a:gd name="textAreaBottom" fmla="*/ 248040 h 247680"/>
                </a:gdLst>
                <a:ahLst/>
                <a:rect l="textAreaLeft" t="textAreaTop" r="textAreaRight" b="textAreaBottom"/>
                <a:pathLst>
                  <a:path w="620" h="689">
                    <a:moveTo>
                      <a:pt x="620" y="530"/>
                    </a:moveTo>
                    <a:cubicBezTo>
                      <a:pt x="612" y="530"/>
                      <a:pt x="604" y="530"/>
                      <a:pt x="595" y="530"/>
                    </a:cubicBezTo>
                    <a:cubicBezTo>
                      <a:pt x="590" y="555"/>
                      <a:pt x="587" y="577"/>
                      <a:pt x="579" y="600"/>
                    </a:cubicBezTo>
                    <a:cubicBezTo>
                      <a:pt x="573" y="616"/>
                      <a:pt x="570" y="625"/>
                      <a:pt x="514" y="625"/>
                    </a:cubicBezTo>
                    <a:cubicBezTo>
                      <a:pt x="488" y="625"/>
                      <a:pt x="462" y="625"/>
                      <a:pt x="436" y="625"/>
                    </a:cubicBezTo>
                    <a:cubicBezTo>
                      <a:pt x="447" y="569"/>
                      <a:pt x="478" y="522"/>
                      <a:pt x="523" y="457"/>
                    </a:cubicBezTo>
                    <a:cubicBezTo>
                      <a:pt x="567" y="391"/>
                      <a:pt x="609" y="321"/>
                      <a:pt x="609" y="245"/>
                    </a:cubicBezTo>
                    <a:cubicBezTo>
                      <a:pt x="609" y="109"/>
                      <a:pt x="475" y="0"/>
                      <a:pt x="310" y="0"/>
                    </a:cubicBezTo>
                    <a:cubicBezTo>
                      <a:pt x="143" y="0"/>
                      <a:pt x="11" y="112"/>
                      <a:pt x="11" y="245"/>
                    </a:cubicBezTo>
                    <a:cubicBezTo>
                      <a:pt x="11" y="321"/>
                      <a:pt x="53" y="391"/>
                      <a:pt x="98" y="457"/>
                    </a:cubicBezTo>
                    <a:cubicBezTo>
                      <a:pt x="140" y="522"/>
                      <a:pt x="173" y="569"/>
                      <a:pt x="184" y="625"/>
                    </a:cubicBezTo>
                    <a:cubicBezTo>
                      <a:pt x="158" y="625"/>
                      <a:pt x="132" y="625"/>
                      <a:pt x="106" y="625"/>
                    </a:cubicBezTo>
                    <a:cubicBezTo>
                      <a:pt x="50" y="625"/>
                      <a:pt x="48" y="616"/>
                      <a:pt x="42" y="602"/>
                    </a:cubicBezTo>
                    <a:cubicBezTo>
                      <a:pt x="34" y="580"/>
                      <a:pt x="31" y="555"/>
                      <a:pt x="25" y="530"/>
                    </a:cubicBezTo>
                    <a:cubicBezTo>
                      <a:pt x="17" y="530"/>
                      <a:pt x="8" y="530"/>
                      <a:pt x="0" y="530"/>
                    </a:cubicBezTo>
                    <a:cubicBezTo>
                      <a:pt x="11" y="583"/>
                      <a:pt x="22" y="636"/>
                      <a:pt x="34" y="689"/>
                    </a:cubicBezTo>
                    <a:cubicBezTo>
                      <a:pt x="86" y="689"/>
                      <a:pt x="138" y="689"/>
                      <a:pt x="190" y="689"/>
                    </a:cubicBezTo>
                    <a:cubicBezTo>
                      <a:pt x="210" y="689"/>
                      <a:pt x="212" y="689"/>
                      <a:pt x="212" y="667"/>
                    </a:cubicBezTo>
                    <a:cubicBezTo>
                      <a:pt x="212" y="600"/>
                      <a:pt x="184" y="513"/>
                      <a:pt x="159" y="452"/>
                    </a:cubicBezTo>
                    <a:cubicBezTo>
                      <a:pt x="140" y="393"/>
                      <a:pt x="112" y="318"/>
                      <a:pt x="112" y="243"/>
                    </a:cubicBezTo>
                    <a:cubicBezTo>
                      <a:pt x="112" y="86"/>
                      <a:pt x="221" y="22"/>
                      <a:pt x="310" y="22"/>
                    </a:cubicBezTo>
                    <a:cubicBezTo>
                      <a:pt x="402" y="22"/>
                      <a:pt x="509" y="92"/>
                      <a:pt x="509" y="243"/>
                    </a:cubicBezTo>
                    <a:cubicBezTo>
                      <a:pt x="509" y="318"/>
                      <a:pt x="481" y="391"/>
                      <a:pt x="453" y="471"/>
                    </a:cubicBezTo>
                    <a:cubicBezTo>
                      <a:pt x="439" y="513"/>
                      <a:pt x="405" y="600"/>
                      <a:pt x="405" y="667"/>
                    </a:cubicBezTo>
                    <a:cubicBezTo>
                      <a:pt x="405" y="689"/>
                      <a:pt x="411" y="689"/>
                      <a:pt x="433" y="689"/>
                    </a:cubicBezTo>
                    <a:cubicBezTo>
                      <a:pt x="484" y="689"/>
                      <a:pt x="536" y="689"/>
                      <a:pt x="587" y="689"/>
                    </a:cubicBezTo>
                    <a:cubicBezTo>
                      <a:pt x="598" y="636"/>
                      <a:pt x="609" y="583"/>
                      <a:pt x="620" y="530"/>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sp>
            <p:nvSpPr>
              <p:cNvPr id="224" name=""/>
              <p:cNvSpPr/>
              <p:nvPr/>
            </p:nvSpPr>
            <p:spPr>
              <a:xfrm>
                <a:off x="2236680" y="1932480"/>
                <a:ext cx="223920" cy="167400"/>
              </a:xfrm>
              <a:custGeom>
                <a:avLst/>
                <a:gdLst>
                  <a:gd name="textAreaLeft" fmla="*/ 0 w 223920"/>
                  <a:gd name="textAreaRight" fmla="*/ 224280 w 223920"/>
                  <a:gd name="textAreaTop" fmla="*/ 0 h 167400"/>
                  <a:gd name="textAreaBottom" fmla="*/ 167760 h 167400"/>
                </a:gdLst>
                <a:ahLst/>
                <a:rect l="textAreaLeft" t="textAreaTop" r="textAreaRight" b="textAreaBottom"/>
                <a:pathLst>
                  <a:path w="623" h="466">
                    <a:moveTo>
                      <a:pt x="344" y="193"/>
                    </a:moveTo>
                    <a:cubicBezTo>
                      <a:pt x="341" y="187"/>
                      <a:pt x="342" y="187"/>
                      <a:pt x="341" y="184"/>
                    </a:cubicBezTo>
                    <a:cubicBezTo>
                      <a:pt x="341" y="181"/>
                      <a:pt x="341" y="181"/>
                      <a:pt x="357" y="170"/>
                    </a:cubicBezTo>
                    <a:cubicBezTo>
                      <a:pt x="380" y="155"/>
                      <a:pt x="402" y="139"/>
                      <a:pt x="425" y="123"/>
                    </a:cubicBezTo>
                    <a:cubicBezTo>
                      <a:pt x="517" y="59"/>
                      <a:pt x="559" y="28"/>
                      <a:pt x="606" y="25"/>
                    </a:cubicBezTo>
                    <a:cubicBezTo>
                      <a:pt x="615" y="23"/>
                      <a:pt x="623" y="23"/>
                      <a:pt x="623" y="9"/>
                    </a:cubicBezTo>
                    <a:cubicBezTo>
                      <a:pt x="623" y="3"/>
                      <a:pt x="617" y="0"/>
                      <a:pt x="615" y="0"/>
                    </a:cubicBezTo>
                    <a:cubicBezTo>
                      <a:pt x="601" y="0"/>
                      <a:pt x="581" y="3"/>
                      <a:pt x="567" y="3"/>
                    </a:cubicBezTo>
                    <a:cubicBezTo>
                      <a:pt x="548" y="3"/>
                      <a:pt x="503" y="0"/>
                      <a:pt x="483" y="0"/>
                    </a:cubicBezTo>
                    <a:cubicBezTo>
                      <a:pt x="480" y="0"/>
                      <a:pt x="469" y="0"/>
                      <a:pt x="469" y="14"/>
                    </a:cubicBezTo>
                    <a:cubicBezTo>
                      <a:pt x="473" y="18"/>
                      <a:pt x="469" y="23"/>
                      <a:pt x="480" y="25"/>
                    </a:cubicBezTo>
                    <a:cubicBezTo>
                      <a:pt x="489" y="25"/>
                      <a:pt x="497" y="25"/>
                      <a:pt x="497" y="34"/>
                    </a:cubicBezTo>
                    <a:cubicBezTo>
                      <a:pt x="497" y="45"/>
                      <a:pt x="475" y="62"/>
                      <a:pt x="466" y="67"/>
                    </a:cubicBezTo>
                    <a:cubicBezTo>
                      <a:pt x="371" y="134"/>
                      <a:pt x="276" y="201"/>
                      <a:pt x="181" y="268"/>
                    </a:cubicBezTo>
                    <a:cubicBezTo>
                      <a:pt x="199" y="196"/>
                      <a:pt x="217" y="125"/>
                      <a:pt x="235" y="53"/>
                    </a:cubicBezTo>
                    <a:cubicBezTo>
                      <a:pt x="240" y="31"/>
                      <a:pt x="243" y="25"/>
                      <a:pt x="296" y="25"/>
                    </a:cubicBezTo>
                    <a:cubicBezTo>
                      <a:pt x="307" y="25"/>
                      <a:pt x="316" y="25"/>
                      <a:pt x="316" y="9"/>
                    </a:cubicBezTo>
                    <a:cubicBezTo>
                      <a:pt x="316" y="3"/>
                      <a:pt x="313" y="0"/>
                      <a:pt x="304" y="0"/>
                    </a:cubicBezTo>
                    <a:cubicBezTo>
                      <a:pt x="285" y="0"/>
                      <a:pt x="235" y="3"/>
                      <a:pt x="215" y="3"/>
                    </a:cubicBezTo>
                    <a:cubicBezTo>
                      <a:pt x="204" y="3"/>
                      <a:pt x="179" y="3"/>
                      <a:pt x="167" y="3"/>
                    </a:cubicBezTo>
                    <a:cubicBezTo>
                      <a:pt x="153" y="0"/>
                      <a:pt x="137" y="0"/>
                      <a:pt x="125" y="0"/>
                    </a:cubicBezTo>
                    <a:cubicBezTo>
                      <a:pt x="120" y="0"/>
                      <a:pt x="109" y="0"/>
                      <a:pt x="109" y="14"/>
                    </a:cubicBezTo>
                    <a:cubicBezTo>
                      <a:pt x="109" y="25"/>
                      <a:pt x="117" y="25"/>
                      <a:pt x="134" y="25"/>
                    </a:cubicBezTo>
                    <a:cubicBezTo>
                      <a:pt x="142" y="25"/>
                      <a:pt x="145" y="25"/>
                      <a:pt x="159" y="25"/>
                    </a:cubicBezTo>
                    <a:cubicBezTo>
                      <a:pt x="173" y="28"/>
                      <a:pt x="173" y="28"/>
                      <a:pt x="173" y="36"/>
                    </a:cubicBezTo>
                    <a:cubicBezTo>
                      <a:pt x="172" y="41"/>
                      <a:pt x="173" y="39"/>
                      <a:pt x="170" y="50"/>
                    </a:cubicBezTo>
                    <a:cubicBezTo>
                      <a:pt x="140" y="171"/>
                      <a:pt x="111" y="292"/>
                      <a:pt x="81" y="413"/>
                    </a:cubicBezTo>
                    <a:cubicBezTo>
                      <a:pt x="75" y="435"/>
                      <a:pt x="72" y="441"/>
                      <a:pt x="19" y="441"/>
                    </a:cubicBezTo>
                    <a:cubicBezTo>
                      <a:pt x="8" y="441"/>
                      <a:pt x="0" y="441"/>
                      <a:pt x="0" y="458"/>
                    </a:cubicBezTo>
                    <a:cubicBezTo>
                      <a:pt x="3" y="460"/>
                      <a:pt x="0" y="466"/>
                      <a:pt x="11" y="466"/>
                    </a:cubicBezTo>
                    <a:cubicBezTo>
                      <a:pt x="30" y="466"/>
                      <a:pt x="78" y="463"/>
                      <a:pt x="100" y="463"/>
                    </a:cubicBezTo>
                    <a:cubicBezTo>
                      <a:pt x="112" y="463"/>
                      <a:pt x="134" y="463"/>
                      <a:pt x="145" y="463"/>
                    </a:cubicBezTo>
                    <a:cubicBezTo>
                      <a:pt x="159" y="466"/>
                      <a:pt x="176" y="466"/>
                      <a:pt x="190" y="466"/>
                    </a:cubicBezTo>
                    <a:cubicBezTo>
                      <a:pt x="195" y="466"/>
                      <a:pt x="204" y="466"/>
                      <a:pt x="204" y="452"/>
                    </a:cubicBezTo>
                    <a:cubicBezTo>
                      <a:pt x="204" y="441"/>
                      <a:pt x="195" y="441"/>
                      <a:pt x="181" y="441"/>
                    </a:cubicBezTo>
                    <a:cubicBezTo>
                      <a:pt x="173" y="441"/>
                      <a:pt x="170" y="441"/>
                      <a:pt x="156" y="441"/>
                    </a:cubicBezTo>
                    <a:cubicBezTo>
                      <a:pt x="139" y="438"/>
                      <a:pt x="139" y="435"/>
                      <a:pt x="139" y="430"/>
                    </a:cubicBezTo>
                    <a:cubicBezTo>
                      <a:pt x="139" y="424"/>
                      <a:pt x="148" y="399"/>
                      <a:pt x="173" y="299"/>
                    </a:cubicBezTo>
                    <a:cubicBezTo>
                      <a:pt x="211" y="272"/>
                      <a:pt x="249" y="245"/>
                      <a:pt x="288" y="218"/>
                    </a:cubicBezTo>
                    <a:cubicBezTo>
                      <a:pt x="320" y="282"/>
                      <a:pt x="353" y="346"/>
                      <a:pt x="385" y="410"/>
                    </a:cubicBezTo>
                    <a:cubicBezTo>
                      <a:pt x="391" y="419"/>
                      <a:pt x="391" y="421"/>
                      <a:pt x="391" y="424"/>
                    </a:cubicBezTo>
                    <a:cubicBezTo>
                      <a:pt x="391" y="438"/>
                      <a:pt x="371" y="441"/>
                      <a:pt x="360" y="441"/>
                    </a:cubicBezTo>
                    <a:cubicBezTo>
                      <a:pt x="352" y="441"/>
                      <a:pt x="341" y="441"/>
                      <a:pt x="341" y="458"/>
                    </a:cubicBezTo>
                    <a:cubicBezTo>
                      <a:pt x="345" y="460"/>
                      <a:pt x="344" y="466"/>
                      <a:pt x="355" y="466"/>
                    </a:cubicBezTo>
                    <a:cubicBezTo>
                      <a:pt x="371" y="466"/>
                      <a:pt x="422" y="463"/>
                      <a:pt x="441" y="463"/>
                    </a:cubicBezTo>
                    <a:cubicBezTo>
                      <a:pt x="461" y="463"/>
                      <a:pt x="489" y="466"/>
                      <a:pt x="508" y="466"/>
                    </a:cubicBezTo>
                    <a:cubicBezTo>
                      <a:pt x="517" y="466"/>
                      <a:pt x="522" y="460"/>
                      <a:pt x="522" y="452"/>
                    </a:cubicBezTo>
                    <a:cubicBezTo>
                      <a:pt x="522" y="441"/>
                      <a:pt x="514" y="441"/>
                      <a:pt x="506" y="441"/>
                    </a:cubicBezTo>
                    <a:cubicBezTo>
                      <a:pt x="494" y="441"/>
                      <a:pt x="472" y="441"/>
                      <a:pt x="461" y="419"/>
                    </a:cubicBezTo>
                    <a:cubicBezTo>
                      <a:pt x="422" y="343"/>
                      <a:pt x="383" y="268"/>
                      <a:pt x="344" y="193"/>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ffffff"/>
                  </a:solidFill>
                  <a:latin typeface="Arial"/>
                </a:endParaRPr>
              </a:p>
            </p:txBody>
          </p:sp>
        </p:grpSp>
      </p:grpSp>
      <p:sp>
        <p:nvSpPr>
          <p:cNvPr id="225" name=""/>
          <p:cNvSpPr/>
          <p:nvPr/>
        </p:nvSpPr>
        <p:spPr>
          <a:xfrm>
            <a:off x="22680" y="3239640"/>
            <a:ext cx="4381920" cy="467640"/>
          </a:xfrm>
          <a:prstGeom prst="rect">
            <a:avLst/>
          </a:prstGeom>
          <a:noFill/>
          <a:ln w="38160">
            <a:solidFill>
              <a:srgbClr val="ff0000"/>
            </a:solidFill>
            <a:round/>
          </a:ln>
        </p:spPr>
        <p:style>
          <a:lnRef idx="0"/>
          <a:fillRef idx="0"/>
          <a:effectRef idx="0"/>
          <a:fontRef idx="minor"/>
        </p:style>
        <p:txBody>
          <a:bodyPr wrap="none" lIns="100080" rIns="100080" tIns="55080" bIns="55080" anchor="ctr">
            <a:noAutofit/>
          </a:bodyPr>
          <a:p>
            <a:endParaRPr b="0" lang="en-GB" sz="1800" spc="-1" strike="noStrike">
              <a:solidFill>
                <a:srgbClr val="ffffff"/>
              </a:solidFill>
              <a:latin typeface="Arial"/>
              <a:ea typeface="DejaVu Sans"/>
            </a:endParaRPr>
          </a:p>
        </p:txBody>
      </p:sp>
      <p:sp>
        <p:nvSpPr>
          <p:cNvPr id="226" name=""/>
          <p:cNvSpPr/>
          <p:nvPr/>
        </p:nvSpPr>
        <p:spPr>
          <a:xfrm>
            <a:off x="22680" y="3131640"/>
            <a:ext cx="4296240" cy="647640"/>
          </a:xfrm>
          <a:prstGeom prst="rect">
            <a:avLst/>
          </a:prstGeom>
          <a:noFill/>
          <a:ln w="18000">
            <a:noFill/>
          </a:ln>
        </p:spPr>
        <p:style>
          <a:lnRef idx="0"/>
          <a:fillRef idx="0"/>
          <a:effectRef idx="0"/>
          <a:fontRef idx="minor"/>
        </p:style>
        <p:txBody>
          <a:bodyPr wrap="none" lIns="90000" rIns="90000" tIns="45000" bIns="45000" anchor="ctr">
            <a:noAutofit/>
          </a:bodyPr>
          <a:p>
            <a:pPr>
              <a:lnSpc>
                <a:spcPct val="100000"/>
              </a:lnSpc>
            </a:pPr>
            <a:r>
              <a:rPr b="0" lang="en-GB" sz="2400" spc="-1" strike="noStrike">
                <a:solidFill>
                  <a:srgbClr val="000000"/>
                </a:solidFill>
                <a:latin typeface="Arial"/>
                <a:ea typeface="DejaVu Sans"/>
              </a:rPr>
              <a:t>1+2: constrains the allowed</a:t>
            </a:r>
            <a:r>
              <a:rPr b="0" lang="en-GB" sz="2400" spc="-1" strike="noStrike">
                <a:solidFill>
                  <a:srgbClr val="ff0000"/>
                </a:solidFill>
                <a:latin typeface="Arial"/>
                <a:ea typeface="DejaVu Sans"/>
              </a:rPr>
              <a:t> </a:t>
            </a:r>
            <a:endParaRPr b="0" lang="en-GB" sz="2400" spc="-1" strike="noStrike">
              <a:solidFill>
                <a:srgbClr val="000000"/>
              </a:solidFill>
              <a:latin typeface="Arial"/>
            </a:endParaRPr>
          </a:p>
        </p:txBody>
      </p:sp>
      <p:grpSp>
        <p:nvGrpSpPr>
          <p:cNvPr id="227" name=""/>
          <p:cNvGrpSpPr/>
          <p:nvPr/>
        </p:nvGrpSpPr>
        <p:grpSpPr>
          <a:xfrm>
            <a:off x="3888000" y="3311640"/>
            <a:ext cx="480600" cy="299880"/>
            <a:chOff x="3888000" y="3311640"/>
            <a:chExt cx="480600" cy="299880"/>
          </a:xfrm>
        </p:grpSpPr>
        <p:grpSp>
          <p:nvGrpSpPr>
            <p:cNvPr id="228" name=""/>
            <p:cNvGrpSpPr/>
            <p:nvPr/>
          </p:nvGrpSpPr>
          <p:grpSpPr>
            <a:xfrm>
              <a:off x="3888000" y="3311640"/>
              <a:ext cx="480600" cy="299880"/>
              <a:chOff x="3888000" y="3311640"/>
              <a:chExt cx="480600" cy="299880"/>
            </a:xfrm>
          </p:grpSpPr>
          <p:sp>
            <p:nvSpPr>
              <p:cNvPr id="229" name=""/>
              <p:cNvSpPr/>
              <p:nvPr/>
            </p:nvSpPr>
            <p:spPr>
              <a:xfrm>
                <a:off x="3906000" y="3329640"/>
                <a:ext cx="444600" cy="263880"/>
              </a:xfrm>
              <a:custGeom>
                <a:avLst/>
                <a:gdLst>
                  <a:gd name="textAreaLeft" fmla="*/ 0 w 444600"/>
                  <a:gd name="textAreaRight" fmla="*/ 444960 w 444600"/>
                  <a:gd name="textAreaTop" fmla="*/ 0 h 263880"/>
                  <a:gd name="textAreaBottom" fmla="*/ 264240 h 263880"/>
                </a:gdLst>
                <a:ahLst/>
                <a:rect l="textAreaLeft" t="textAreaTop" r="textAreaRight" b="textAreaBottom"/>
                <a:pathLst>
                  <a:path w="1236" h="734">
                    <a:moveTo>
                      <a:pt x="0" y="0"/>
                    </a:moveTo>
                    <a:cubicBezTo>
                      <a:pt x="412" y="0"/>
                      <a:pt x="824" y="0"/>
                      <a:pt x="1236" y="0"/>
                    </a:cubicBezTo>
                    <a:cubicBezTo>
                      <a:pt x="1236" y="245"/>
                      <a:pt x="1236" y="489"/>
                      <a:pt x="1236" y="734"/>
                    </a:cubicBezTo>
                    <a:cubicBezTo>
                      <a:pt x="824" y="734"/>
                      <a:pt x="412" y="734"/>
                      <a:pt x="0" y="734"/>
                    </a:cubicBezTo>
                    <a:cubicBezTo>
                      <a:pt x="0" y="489"/>
                      <a:pt x="0" y="245"/>
                      <a:pt x="0" y="0"/>
                    </a:cubicBezTo>
                    <a:close/>
                  </a:path>
                </a:pathLst>
              </a:custGeom>
              <a:solidFill>
                <a:srgbClr val="ffffff"/>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sp>
            <p:nvSpPr>
              <p:cNvPr id="230" name=""/>
              <p:cNvSpPr/>
              <p:nvPr/>
            </p:nvSpPr>
            <p:spPr>
              <a:xfrm>
                <a:off x="3888000" y="3311640"/>
                <a:ext cx="222840" cy="247680"/>
              </a:xfrm>
              <a:custGeom>
                <a:avLst/>
                <a:gdLst>
                  <a:gd name="textAreaLeft" fmla="*/ 0 w 222840"/>
                  <a:gd name="textAreaRight" fmla="*/ 223200 w 222840"/>
                  <a:gd name="textAreaTop" fmla="*/ 0 h 247680"/>
                  <a:gd name="textAreaBottom" fmla="*/ 248040 h 247680"/>
                </a:gdLst>
                <a:ahLst/>
                <a:rect l="textAreaLeft" t="textAreaTop" r="textAreaRight" b="textAreaBottom"/>
                <a:pathLst>
                  <a:path w="620" h="689">
                    <a:moveTo>
                      <a:pt x="620" y="530"/>
                    </a:moveTo>
                    <a:cubicBezTo>
                      <a:pt x="612" y="530"/>
                      <a:pt x="604" y="530"/>
                      <a:pt x="595" y="530"/>
                    </a:cubicBezTo>
                    <a:cubicBezTo>
                      <a:pt x="590" y="555"/>
                      <a:pt x="587" y="577"/>
                      <a:pt x="579" y="600"/>
                    </a:cubicBezTo>
                    <a:cubicBezTo>
                      <a:pt x="573" y="616"/>
                      <a:pt x="570" y="625"/>
                      <a:pt x="514" y="625"/>
                    </a:cubicBezTo>
                    <a:cubicBezTo>
                      <a:pt x="488" y="625"/>
                      <a:pt x="462" y="625"/>
                      <a:pt x="436" y="625"/>
                    </a:cubicBezTo>
                    <a:cubicBezTo>
                      <a:pt x="447" y="569"/>
                      <a:pt x="478" y="522"/>
                      <a:pt x="523" y="457"/>
                    </a:cubicBezTo>
                    <a:cubicBezTo>
                      <a:pt x="567" y="391"/>
                      <a:pt x="609" y="321"/>
                      <a:pt x="609" y="245"/>
                    </a:cubicBezTo>
                    <a:cubicBezTo>
                      <a:pt x="609" y="109"/>
                      <a:pt x="475" y="0"/>
                      <a:pt x="310" y="0"/>
                    </a:cubicBezTo>
                    <a:cubicBezTo>
                      <a:pt x="143" y="0"/>
                      <a:pt x="11" y="112"/>
                      <a:pt x="11" y="245"/>
                    </a:cubicBezTo>
                    <a:cubicBezTo>
                      <a:pt x="11" y="321"/>
                      <a:pt x="53" y="391"/>
                      <a:pt x="98" y="457"/>
                    </a:cubicBezTo>
                    <a:cubicBezTo>
                      <a:pt x="140" y="522"/>
                      <a:pt x="173" y="569"/>
                      <a:pt x="184" y="625"/>
                    </a:cubicBezTo>
                    <a:cubicBezTo>
                      <a:pt x="158" y="625"/>
                      <a:pt x="132" y="625"/>
                      <a:pt x="106" y="625"/>
                    </a:cubicBezTo>
                    <a:cubicBezTo>
                      <a:pt x="50" y="625"/>
                      <a:pt x="48" y="616"/>
                      <a:pt x="42" y="602"/>
                    </a:cubicBezTo>
                    <a:cubicBezTo>
                      <a:pt x="34" y="580"/>
                      <a:pt x="31" y="555"/>
                      <a:pt x="25" y="530"/>
                    </a:cubicBezTo>
                    <a:cubicBezTo>
                      <a:pt x="17" y="530"/>
                      <a:pt x="8" y="530"/>
                      <a:pt x="0" y="530"/>
                    </a:cubicBezTo>
                    <a:cubicBezTo>
                      <a:pt x="11" y="583"/>
                      <a:pt x="22" y="636"/>
                      <a:pt x="34" y="689"/>
                    </a:cubicBezTo>
                    <a:cubicBezTo>
                      <a:pt x="86" y="689"/>
                      <a:pt x="138" y="689"/>
                      <a:pt x="190" y="689"/>
                    </a:cubicBezTo>
                    <a:cubicBezTo>
                      <a:pt x="210" y="689"/>
                      <a:pt x="212" y="689"/>
                      <a:pt x="212" y="667"/>
                    </a:cubicBezTo>
                    <a:cubicBezTo>
                      <a:pt x="212" y="600"/>
                      <a:pt x="184" y="513"/>
                      <a:pt x="159" y="452"/>
                    </a:cubicBezTo>
                    <a:cubicBezTo>
                      <a:pt x="140" y="393"/>
                      <a:pt x="112" y="318"/>
                      <a:pt x="112" y="243"/>
                    </a:cubicBezTo>
                    <a:cubicBezTo>
                      <a:pt x="112" y="86"/>
                      <a:pt x="221" y="22"/>
                      <a:pt x="310" y="22"/>
                    </a:cubicBezTo>
                    <a:cubicBezTo>
                      <a:pt x="402" y="22"/>
                      <a:pt x="509" y="92"/>
                      <a:pt x="509" y="243"/>
                    </a:cubicBezTo>
                    <a:cubicBezTo>
                      <a:pt x="509" y="318"/>
                      <a:pt x="481" y="391"/>
                      <a:pt x="453" y="471"/>
                    </a:cubicBezTo>
                    <a:cubicBezTo>
                      <a:pt x="439" y="513"/>
                      <a:pt x="405" y="600"/>
                      <a:pt x="405" y="667"/>
                    </a:cubicBezTo>
                    <a:cubicBezTo>
                      <a:pt x="405" y="689"/>
                      <a:pt x="411" y="689"/>
                      <a:pt x="433" y="689"/>
                    </a:cubicBezTo>
                    <a:cubicBezTo>
                      <a:pt x="484" y="689"/>
                      <a:pt x="536" y="689"/>
                      <a:pt x="587" y="689"/>
                    </a:cubicBezTo>
                    <a:cubicBezTo>
                      <a:pt x="598" y="636"/>
                      <a:pt x="609" y="583"/>
                      <a:pt x="620" y="530"/>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sp>
            <p:nvSpPr>
              <p:cNvPr id="231" name=""/>
              <p:cNvSpPr/>
              <p:nvPr/>
            </p:nvSpPr>
            <p:spPr>
              <a:xfrm>
                <a:off x="4144680" y="3444120"/>
                <a:ext cx="223920" cy="167400"/>
              </a:xfrm>
              <a:custGeom>
                <a:avLst/>
                <a:gdLst>
                  <a:gd name="textAreaLeft" fmla="*/ 0 w 223920"/>
                  <a:gd name="textAreaRight" fmla="*/ 224280 w 223920"/>
                  <a:gd name="textAreaTop" fmla="*/ 0 h 167400"/>
                  <a:gd name="textAreaBottom" fmla="*/ 167760 h 167400"/>
                </a:gdLst>
                <a:ahLst/>
                <a:rect l="textAreaLeft" t="textAreaTop" r="textAreaRight" b="textAreaBottom"/>
                <a:pathLst>
                  <a:path w="623" h="466">
                    <a:moveTo>
                      <a:pt x="344" y="193"/>
                    </a:moveTo>
                    <a:cubicBezTo>
                      <a:pt x="341" y="187"/>
                      <a:pt x="342" y="187"/>
                      <a:pt x="341" y="184"/>
                    </a:cubicBezTo>
                    <a:cubicBezTo>
                      <a:pt x="341" y="181"/>
                      <a:pt x="341" y="181"/>
                      <a:pt x="357" y="170"/>
                    </a:cubicBezTo>
                    <a:cubicBezTo>
                      <a:pt x="380" y="155"/>
                      <a:pt x="402" y="139"/>
                      <a:pt x="425" y="123"/>
                    </a:cubicBezTo>
                    <a:cubicBezTo>
                      <a:pt x="517" y="59"/>
                      <a:pt x="559" y="28"/>
                      <a:pt x="606" y="25"/>
                    </a:cubicBezTo>
                    <a:cubicBezTo>
                      <a:pt x="615" y="23"/>
                      <a:pt x="623" y="23"/>
                      <a:pt x="623" y="9"/>
                    </a:cubicBezTo>
                    <a:cubicBezTo>
                      <a:pt x="623" y="3"/>
                      <a:pt x="617" y="0"/>
                      <a:pt x="615" y="0"/>
                    </a:cubicBezTo>
                    <a:cubicBezTo>
                      <a:pt x="601" y="0"/>
                      <a:pt x="581" y="3"/>
                      <a:pt x="567" y="3"/>
                    </a:cubicBezTo>
                    <a:cubicBezTo>
                      <a:pt x="548" y="3"/>
                      <a:pt x="503" y="0"/>
                      <a:pt x="483" y="0"/>
                    </a:cubicBezTo>
                    <a:cubicBezTo>
                      <a:pt x="480" y="0"/>
                      <a:pt x="469" y="0"/>
                      <a:pt x="469" y="14"/>
                    </a:cubicBezTo>
                    <a:cubicBezTo>
                      <a:pt x="473" y="18"/>
                      <a:pt x="469" y="23"/>
                      <a:pt x="480" y="25"/>
                    </a:cubicBezTo>
                    <a:cubicBezTo>
                      <a:pt x="489" y="25"/>
                      <a:pt x="497" y="25"/>
                      <a:pt x="497" y="34"/>
                    </a:cubicBezTo>
                    <a:cubicBezTo>
                      <a:pt x="497" y="45"/>
                      <a:pt x="475" y="62"/>
                      <a:pt x="466" y="67"/>
                    </a:cubicBezTo>
                    <a:cubicBezTo>
                      <a:pt x="371" y="134"/>
                      <a:pt x="276" y="201"/>
                      <a:pt x="181" y="268"/>
                    </a:cubicBezTo>
                    <a:cubicBezTo>
                      <a:pt x="199" y="196"/>
                      <a:pt x="217" y="125"/>
                      <a:pt x="235" y="53"/>
                    </a:cubicBezTo>
                    <a:cubicBezTo>
                      <a:pt x="240" y="31"/>
                      <a:pt x="243" y="25"/>
                      <a:pt x="296" y="25"/>
                    </a:cubicBezTo>
                    <a:cubicBezTo>
                      <a:pt x="307" y="25"/>
                      <a:pt x="316" y="25"/>
                      <a:pt x="316" y="9"/>
                    </a:cubicBezTo>
                    <a:cubicBezTo>
                      <a:pt x="316" y="3"/>
                      <a:pt x="313" y="0"/>
                      <a:pt x="304" y="0"/>
                    </a:cubicBezTo>
                    <a:cubicBezTo>
                      <a:pt x="285" y="0"/>
                      <a:pt x="235" y="3"/>
                      <a:pt x="215" y="3"/>
                    </a:cubicBezTo>
                    <a:cubicBezTo>
                      <a:pt x="204" y="3"/>
                      <a:pt x="179" y="3"/>
                      <a:pt x="167" y="3"/>
                    </a:cubicBezTo>
                    <a:cubicBezTo>
                      <a:pt x="153" y="0"/>
                      <a:pt x="137" y="0"/>
                      <a:pt x="125" y="0"/>
                    </a:cubicBezTo>
                    <a:cubicBezTo>
                      <a:pt x="120" y="0"/>
                      <a:pt x="109" y="0"/>
                      <a:pt x="109" y="14"/>
                    </a:cubicBezTo>
                    <a:cubicBezTo>
                      <a:pt x="109" y="25"/>
                      <a:pt x="117" y="25"/>
                      <a:pt x="134" y="25"/>
                    </a:cubicBezTo>
                    <a:cubicBezTo>
                      <a:pt x="142" y="25"/>
                      <a:pt x="145" y="25"/>
                      <a:pt x="159" y="25"/>
                    </a:cubicBezTo>
                    <a:cubicBezTo>
                      <a:pt x="173" y="28"/>
                      <a:pt x="173" y="28"/>
                      <a:pt x="173" y="36"/>
                    </a:cubicBezTo>
                    <a:cubicBezTo>
                      <a:pt x="172" y="41"/>
                      <a:pt x="173" y="39"/>
                      <a:pt x="170" y="50"/>
                    </a:cubicBezTo>
                    <a:cubicBezTo>
                      <a:pt x="140" y="171"/>
                      <a:pt x="111" y="292"/>
                      <a:pt x="81" y="413"/>
                    </a:cubicBezTo>
                    <a:cubicBezTo>
                      <a:pt x="75" y="435"/>
                      <a:pt x="72" y="441"/>
                      <a:pt x="19" y="441"/>
                    </a:cubicBezTo>
                    <a:cubicBezTo>
                      <a:pt x="8" y="441"/>
                      <a:pt x="0" y="441"/>
                      <a:pt x="0" y="458"/>
                    </a:cubicBezTo>
                    <a:cubicBezTo>
                      <a:pt x="3" y="460"/>
                      <a:pt x="0" y="466"/>
                      <a:pt x="11" y="466"/>
                    </a:cubicBezTo>
                    <a:cubicBezTo>
                      <a:pt x="30" y="466"/>
                      <a:pt x="78" y="463"/>
                      <a:pt x="100" y="463"/>
                    </a:cubicBezTo>
                    <a:cubicBezTo>
                      <a:pt x="112" y="463"/>
                      <a:pt x="134" y="463"/>
                      <a:pt x="145" y="463"/>
                    </a:cubicBezTo>
                    <a:cubicBezTo>
                      <a:pt x="159" y="466"/>
                      <a:pt x="176" y="466"/>
                      <a:pt x="190" y="466"/>
                    </a:cubicBezTo>
                    <a:cubicBezTo>
                      <a:pt x="195" y="466"/>
                      <a:pt x="204" y="466"/>
                      <a:pt x="204" y="452"/>
                    </a:cubicBezTo>
                    <a:cubicBezTo>
                      <a:pt x="204" y="441"/>
                      <a:pt x="195" y="441"/>
                      <a:pt x="181" y="441"/>
                    </a:cubicBezTo>
                    <a:cubicBezTo>
                      <a:pt x="173" y="441"/>
                      <a:pt x="170" y="441"/>
                      <a:pt x="156" y="441"/>
                    </a:cubicBezTo>
                    <a:cubicBezTo>
                      <a:pt x="139" y="438"/>
                      <a:pt x="139" y="435"/>
                      <a:pt x="139" y="430"/>
                    </a:cubicBezTo>
                    <a:cubicBezTo>
                      <a:pt x="139" y="424"/>
                      <a:pt x="148" y="399"/>
                      <a:pt x="173" y="299"/>
                    </a:cubicBezTo>
                    <a:cubicBezTo>
                      <a:pt x="211" y="272"/>
                      <a:pt x="249" y="245"/>
                      <a:pt x="288" y="218"/>
                    </a:cubicBezTo>
                    <a:cubicBezTo>
                      <a:pt x="320" y="282"/>
                      <a:pt x="353" y="346"/>
                      <a:pt x="385" y="410"/>
                    </a:cubicBezTo>
                    <a:cubicBezTo>
                      <a:pt x="391" y="419"/>
                      <a:pt x="391" y="421"/>
                      <a:pt x="391" y="424"/>
                    </a:cubicBezTo>
                    <a:cubicBezTo>
                      <a:pt x="391" y="438"/>
                      <a:pt x="371" y="441"/>
                      <a:pt x="360" y="441"/>
                    </a:cubicBezTo>
                    <a:cubicBezTo>
                      <a:pt x="352" y="441"/>
                      <a:pt x="341" y="441"/>
                      <a:pt x="341" y="458"/>
                    </a:cubicBezTo>
                    <a:cubicBezTo>
                      <a:pt x="345" y="460"/>
                      <a:pt x="344" y="466"/>
                      <a:pt x="355" y="466"/>
                    </a:cubicBezTo>
                    <a:cubicBezTo>
                      <a:pt x="371" y="466"/>
                      <a:pt x="422" y="463"/>
                      <a:pt x="441" y="463"/>
                    </a:cubicBezTo>
                    <a:cubicBezTo>
                      <a:pt x="461" y="463"/>
                      <a:pt x="489" y="466"/>
                      <a:pt x="508" y="466"/>
                    </a:cubicBezTo>
                    <a:cubicBezTo>
                      <a:pt x="517" y="466"/>
                      <a:pt x="522" y="460"/>
                      <a:pt x="522" y="452"/>
                    </a:cubicBezTo>
                    <a:cubicBezTo>
                      <a:pt x="522" y="441"/>
                      <a:pt x="514" y="441"/>
                      <a:pt x="506" y="441"/>
                    </a:cubicBezTo>
                    <a:cubicBezTo>
                      <a:pt x="494" y="441"/>
                      <a:pt x="472" y="441"/>
                      <a:pt x="461" y="419"/>
                    </a:cubicBezTo>
                    <a:cubicBezTo>
                      <a:pt x="422" y="343"/>
                      <a:pt x="383" y="268"/>
                      <a:pt x="344" y="193"/>
                    </a:cubicBezTo>
                    <a:close/>
                  </a:path>
                </a:pathLst>
              </a:custGeom>
              <a:solidFill>
                <a:srgbClr val="000000"/>
              </a:solidFill>
              <a:ln w="0">
                <a:noFill/>
              </a:ln>
            </p:spPr>
            <p:style>
              <a:lnRef idx="0"/>
              <a:fillRef idx="0"/>
              <a:effectRef idx="0"/>
              <a:fontRef idx="minor"/>
            </p:style>
            <p:txBody>
              <a:bodyPr lIns="90000" rIns="90000" tIns="45000" bIns="45000" anchor="ctr" anchorCtr="1">
                <a:noAutofit/>
              </a:bodyPr>
              <a:p>
                <a:endParaRPr b="0" lang="en-GB" sz="1800" spc="-1" strike="noStrike">
                  <a:solidFill>
                    <a:srgbClr val="000000"/>
                  </a:solidFill>
                  <a:latin typeface="Arial"/>
                </a:endParaRPr>
              </a:p>
            </p:txBody>
          </p:sp>
        </p:grpSp>
      </p:grpSp>
      <p:pic>
        <p:nvPicPr>
          <p:cNvPr id="232" name="" descr=""/>
          <p:cNvPicPr/>
          <p:nvPr/>
        </p:nvPicPr>
        <p:blipFill>
          <a:blip r:embed="rId1">
            <a:alphaModFix amt="70000"/>
          </a:blip>
          <a:srcRect l="13091" t="0" r="13693" b="0"/>
          <a:stretch/>
        </p:blipFill>
        <p:spPr>
          <a:xfrm>
            <a:off x="900000" y="3707280"/>
            <a:ext cx="2155320" cy="1962720"/>
          </a:xfrm>
          <a:prstGeom prst="rect">
            <a:avLst/>
          </a:prstGeom>
          <a:ln w="18000">
            <a:noFill/>
          </a:ln>
        </p:spPr>
      </p:pic>
      <p:pic>
        <p:nvPicPr>
          <p:cNvPr id="233" name="" descr="">
            <a:hlinkClick r:id="" action="ppaction://media"/>
          </p:cNvPr>
          <p:cNvPicPr/>
          <p:nvPr>
            <a:videoFile r:link="rId2"/>
            <p:extLst>
              <p:ext uri="{DAA4B4D4-6D71-4841-9C94-3DE7FCFB9230}">
                <p14:media r:link="rId3"/>
              </p:ext>
            </p:extLst>
          </p:nvPr>
        </p:nvPicPr>
        <p:blipFill>
          <a:blip r:embed="rId4"/>
          <a:stretch>
            <a:fillRect/>
          </a:stretch>
        </p:blipFill>
        <p:spPr>
          <a:xfrm>
            <a:off x="4411800" y="972000"/>
            <a:ext cx="6170400" cy="4936320"/>
          </a:xfrm>
          <a:prstGeom prst="rect">
            <a:avLst/>
          </a:prstGeom>
          <a:ln w="0">
            <a:noFill/>
          </a:ln>
        </p:spPr>
      </p:pic>
      <p:grpSp>
        <p:nvGrpSpPr>
          <p:cNvPr id="234" name=""/>
          <p:cNvGrpSpPr/>
          <p:nvPr/>
        </p:nvGrpSpPr>
        <p:grpSpPr>
          <a:xfrm>
            <a:off x="1656000" y="2891520"/>
            <a:ext cx="758880" cy="258120"/>
            <a:chOff x="1656000" y="2891520"/>
            <a:chExt cx="758880" cy="258120"/>
          </a:xfrm>
        </p:grpSpPr>
        <p:grpSp>
          <p:nvGrpSpPr>
            <p:cNvPr id="235" name=""/>
            <p:cNvGrpSpPr/>
            <p:nvPr/>
          </p:nvGrpSpPr>
          <p:grpSpPr>
            <a:xfrm>
              <a:off x="1656000" y="2891520"/>
              <a:ext cx="758880" cy="258120"/>
              <a:chOff x="1656000" y="2891520"/>
              <a:chExt cx="758880" cy="258120"/>
            </a:xfrm>
          </p:grpSpPr>
          <p:sp>
            <p:nvSpPr>
              <p:cNvPr id="236" name=""/>
              <p:cNvSpPr/>
              <p:nvPr/>
            </p:nvSpPr>
            <p:spPr>
              <a:xfrm>
                <a:off x="1674000" y="2909520"/>
                <a:ext cx="722880" cy="222120"/>
              </a:xfrm>
              <a:custGeom>
                <a:avLst/>
                <a:gdLst/>
                <a:ahLst/>
                <a:rect l="0" t="0" r="r" b="b"/>
                <a:pathLst>
                  <a:path w="2008" h="617">
                    <a:moveTo>
                      <a:pt x="0" y="0"/>
                    </a:moveTo>
                    <a:cubicBezTo>
                      <a:pt x="669" y="0"/>
                      <a:pt x="1339" y="0"/>
                      <a:pt x="2008" y="0"/>
                    </a:cubicBezTo>
                    <a:cubicBezTo>
                      <a:pt x="2008" y="206"/>
                      <a:pt x="2008" y="411"/>
                      <a:pt x="2008" y="617"/>
                    </a:cubicBezTo>
                    <a:cubicBezTo>
                      <a:pt x="1339" y="617"/>
                      <a:pt x="669" y="617"/>
                      <a:pt x="0" y="617"/>
                    </a:cubicBezTo>
                    <a:cubicBezTo>
                      <a:pt x="0" y="411"/>
                      <a:pt x="0" y="206"/>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37" name=""/>
              <p:cNvSpPr/>
              <p:nvPr/>
            </p:nvSpPr>
            <p:spPr>
              <a:xfrm>
                <a:off x="1656000" y="2891520"/>
                <a:ext cx="171000" cy="244080"/>
              </a:xfrm>
              <a:custGeom>
                <a:avLst/>
                <a:gdLst/>
                <a:ahLst/>
                <a:rect l="0" t="0" r="r" b="b"/>
                <a:pathLst>
                  <a:path w="475" h="678">
                    <a:moveTo>
                      <a:pt x="78" y="603"/>
                    </a:moveTo>
                    <a:cubicBezTo>
                      <a:pt x="78" y="647"/>
                      <a:pt x="67" y="647"/>
                      <a:pt x="0" y="647"/>
                    </a:cubicBezTo>
                    <a:cubicBezTo>
                      <a:pt x="0" y="658"/>
                      <a:pt x="0" y="668"/>
                      <a:pt x="0" y="678"/>
                    </a:cubicBezTo>
                    <a:cubicBezTo>
                      <a:pt x="34" y="675"/>
                      <a:pt x="78" y="675"/>
                      <a:pt x="106" y="675"/>
                    </a:cubicBezTo>
                    <a:cubicBezTo>
                      <a:pt x="137" y="675"/>
                      <a:pt x="176" y="675"/>
                      <a:pt x="215" y="678"/>
                    </a:cubicBezTo>
                    <a:cubicBezTo>
                      <a:pt x="215" y="668"/>
                      <a:pt x="215" y="658"/>
                      <a:pt x="215" y="647"/>
                    </a:cubicBezTo>
                    <a:cubicBezTo>
                      <a:pt x="151" y="647"/>
                      <a:pt x="140" y="647"/>
                      <a:pt x="140" y="603"/>
                    </a:cubicBezTo>
                    <a:cubicBezTo>
                      <a:pt x="140" y="569"/>
                      <a:pt x="140" y="536"/>
                      <a:pt x="140" y="502"/>
                    </a:cubicBezTo>
                    <a:cubicBezTo>
                      <a:pt x="160" y="485"/>
                      <a:pt x="181" y="467"/>
                      <a:pt x="201" y="449"/>
                    </a:cubicBezTo>
                    <a:cubicBezTo>
                      <a:pt x="277" y="552"/>
                      <a:pt x="319" y="608"/>
                      <a:pt x="319" y="625"/>
                    </a:cubicBezTo>
                    <a:cubicBezTo>
                      <a:pt x="319" y="645"/>
                      <a:pt x="302" y="647"/>
                      <a:pt x="282" y="647"/>
                    </a:cubicBezTo>
                    <a:cubicBezTo>
                      <a:pt x="282" y="658"/>
                      <a:pt x="282" y="668"/>
                      <a:pt x="282" y="678"/>
                    </a:cubicBezTo>
                    <a:cubicBezTo>
                      <a:pt x="310" y="675"/>
                      <a:pt x="369" y="675"/>
                      <a:pt x="389" y="675"/>
                    </a:cubicBezTo>
                    <a:cubicBezTo>
                      <a:pt x="417" y="675"/>
                      <a:pt x="447" y="675"/>
                      <a:pt x="475" y="678"/>
                    </a:cubicBezTo>
                    <a:cubicBezTo>
                      <a:pt x="475" y="668"/>
                      <a:pt x="475" y="658"/>
                      <a:pt x="475" y="647"/>
                    </a:cubicBezTo>
                    <a:cubicBezTo>
                      <a:pt x="439" y="647"/>
                      <a:pt x="417" y="647"/>
                      <a:pt x="380" y="594"/>
                    </a:cubicBezTo>
                    <a:cubicBezTo>
                      <a:pt x="338" y="537"/>
                      <a:pt x="296" y="479"/>
                      <a:pt x="254" y="421"/>
                    </a:cubicBezTo>
                    <a:cubicBezTo>
                      <a:pt x="254" y="419"/>
                      <a:pt x="249" y="413"/>
                      <a:pt x="249" y="410"/>
                    </a:cubicBezTo>
                    <a:cubicBezTo>
                      <a:pt x="249" y="407"/>
                      <a:pt x="319" y="349"/>
                      <a:pt x="327" y="340"/>
                    </a:cubicBezTo>
                    <a:cubicBezTo>
                      <a:pt x="391" y="290"/>
                      <a:pt x="431" y="287"/>
                      <a:pt x="453" y="287"/>
                    </a:cubicBezTo>
                    <a:cubicBezTo>
                      <a:pt x="453" y="277"/>
                      <a:pt x="453" y="267"/>
                      <a:pt x="453" y="257"/>
                    </a:cubicBezTo>
                    <a:cubicBezTo>
                      <a:pt x="425" y="259"/>
                      <a:pt x="411" y="259"/>
                      <a:pt x="383" y="259"/>
                    </a:cubicBezTo>
                    <a:cubicBezTo>
                      <a:pt x="349" y="259"/>
                      <a:pt x="288" y="257"/>
                      <a:pt x="274" y="257"/>
                    </a:cubicBezTo>
                    <a:cubicBezTo>
                      <a:pt x="274" y="267"/>
                      <a:pt x="274" y="277"/>
                      <a:pt x="274" y="287"/>
                    </a:cubicBezTo>
                    <a:cubicBezTo>
                      <a:pt x="291" y="287"/>
                      <a:pt x="302" y="299"/>
                      <a:pt x="302" y="312"/>
                    </a:cubicBezTo>
                    <a:cubicBezTo>
                      <a:pt x="302" y="332"/>
                      <a:pt x="288" y="343"/>
                      <a:pt x="280" y="349"/>
                    </a:cubicBezTo>
                    <a:cubicBezTo>
                      <a:pt x="234" y="389"/>
                      <a:pt x="188" y="429"/>
                      <a:pt x="143" y="469"/>
                    </a:cubicBezTo>
                    <a:cubicBezTo>
                      <a:pt x="143" y="312"/>
                      <a:pt x="143" y="156"/>
                      <a:pt x="143" y="0"/>
                    </a:cubicBezTo>
                    <a:cubicBezTo>
                      <a:pt x="95" y="4"/>
                      <a:pt x="47" y="7"/>
                      <a:pt x="0" y="11"/>
                    </a:cubicBezTo>
                    <a:cubicBezTo>
                      <a:pt x="0" y="21"/>
                      <a:pt x="0" y="32"/>
                      <a:pt x="0" y="42"/>
                    </a:cubicBezTo>
                    <a:cubicBezTo>
                      <a:pt x="70" y="42"/>
                      <a:pt x="78" y="47"/>
                      <a:pt x="78" y="95"/>
                    </a:cubicBezTo>
                    <a:cubicBezTo>
                      <a:pt x="78" y="264"/>
                      <a:pt x="78" y="433"/>
                      <a:pt x="78" y="6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38" name=""/>
              <p:cNvSpPr/>
              <p:nvPr/>
            </p:nvSpPr>
            <p:spPr>
              <a:xfrm>
                <a:off x="1862280" y="2945880"/>
                <a:ext cx="176040" cy="203760"/>
              </a:xfrm>
              <a:custGeom>
                <a:avLst/>
                <a:gdLst/>
                <a:ahLst/>
                <a:rect l="0" t="0" r="r" b="b"/>
                <a:pathLst>
                  <a:path w="489" h="566">
                    <a:moveTo>
                      <a:pt x="456" y="301"/>
                    </a:moveTo>
                    <a:cubicBezTo>
                      <a:pt x="473" y="301"/>
                      <a:pt x="489" y="301"/>
                      <a:pt x="489" y="281"/>
                    </a:cubicBezTo>
                    <a:cubicBezTo>
                      <a:pt x="489" y="262"/>
                      <a:pt x="473" y="262"/>
                      <a:pt x="456" y="262"/>
                    </a:cubicBezTo>
                    <a:cubicBezTo>
                      <a:pt x="317" y="262"/>
                      <a:pt x="178" y="262"/>
                      <a:pt x="39" y="262"/>
                    </a:cubicBezTo>
                    <a:cubicBezTo>
                      <a:pt x="50" y="134"/>
                      <a:pt x="165" y="39"/>
                      <a:pt x="302" y="39"/>
                    </a:cubicBezTo>
                    <a:cubicBezTo>
                      <a:pt x="353" y="39"/>
                      <a:pt x="405" y="39"/>
                      <a:pt x="456" y="39"/>
                    </a:cubicBezTo>
                    <a:cubicBezTo>
                      <a:pt x="473" y="39"/>
                      <a:pt x="489" y="39"/>
                      <a:pt x="489" y="19"/>
                    </a:cubicBezTo>
                    <a:cubicBezTo>
                      <a:pt x="489" y="0"/>
                      <a:pt x="473" y="0"/>
                      <a:pt x="456" y="0"/>
                    </a:cubicBezTo>
                    <a:cubicBezTo>
                      <a:pt x="405" y="0"/>
                      <a:pt x="353" y="0"/>
                      <a:pt x="302" y="0"/>
                    </a:cubicBezTo>
                    <a:cubicBezTo>
                      <a:pt x="134" y="0"/>
                      <a:pt x="0" y="125"/>
                      <a:pt x="0" y="281"/>
                    </a:cubicBezTo>
                    <a:cubicBezTo>
                      <a:pt x="0" y="438"/>
                      <a:pt x="134" y="566"/>
                      <a:pt x="302" y="566"/>
                    </a:cubicBezTo>
                    <a:cubicBezTo>
                      <a:pt x="353" y="566"/>
                      <a:pt x="405" y="566"/>
                      <a:pt x="456" y="566"/>
                    </a:cubicBezTo>
                    <a:cubicBezTo>
                      <a:pt x="473" y="566"/>
                      <a:pt x="489" y="566"/>
                      <a:pt x="489" y="547"/>
                    </a:cubicBezTo>
                    <a:cubicBezTo>
                      <a:pt x="489" y="527"/>
                      <a:pt x="473" y="527"/>
                      <a:pt x="456" y="527"/>
                    </a:cubicBezTo>
                    <a:cubicBezTo>
                      <a:pt x="405" y="527"/>
                      <a:pt x="353" y="527"/>
                      <a:pt x="302" y="527"/>
                    </a:cubicBezTo>
                    <a:cubicBezTo>
                      <a:pt x="165" y="527"/>
                      <a:pt x="50" y="432"/>
                      <a:pt x="39" y="301"/>
                    </a:cubicBezTo>
                    <a:cubicBezTo>
                      <a:pt x="178" y="301"/>
                      <a:pt x="317" y="301"/>
                      <a:pt x="4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39" name=""/>
              <p:cNvSpPr/>
              <p:nvPr/>
            </p:nvSpPr>
            <p:spPr>
              <a:xfrm>
                <a:off x="2175480" y="2894400"/>
                <a:ext cx="239400" cy="247320"/>
              </a:xfrm>
              <a:custGeom>
                <a:avLst/>
                <a:gdLst/>
                <a:ahLst/>
                <a:rect l="0" t="0" r="r" b="b"/>
                <a:pathLst>
                  <a:path w="665" h="687">
                    <a:moveTo>
                      <a:pt x="86" y="90"/>
                    </a:moveTo>
                    <a:cubicBezTo>
                      <a:pt x="86" y="248"/>
                      <a:pt x="86" y="406"/>
                      <a:pt x="86" y="564"/>
                    </a:cubicBezTo>
                    <a:cubicBezTo>
                      <a:pt x="86" y="617"/>
                      <a:pt x="78" y="634"/>
                      <a:pt x="28" y="637"/>
                    </a:cubicBezTo>
                    <a:cubicBezTo>
                      <a:pt x="16" y="637"/>
                      <a:pt x="0" y="637"/>
                      <a:pt x="0" y="653"/>
                    </a:cubicBezTo>
                    <a:cubicBezTo>
                      <a:pt x="0" y="670"/>
                      <a:pt x="16" y="670"/>
                      <a:pt x="33" y="670"/>
                    </a:cubicBezTo>
                    <a:cubicBezTo>
                      <a:pt x="84" y="670"/>
                      <a:pt x="134" y="670"/>
                      <a:pt x="184" y="670"/>
                    </a:cubicBezTo>
                    <a:cubicBezTo>
                      <a:pt x="204" y="670"/>
                      <a:pt x="218" y="670"/>
                      <a:pt x="218" y="653"/>
                    </a:cubicBezTo>
                    <a:cubicBezTo>
                      <a:pt x="218" y="637"/>
                      <a:pt x="201" y="637"/>
                      <a:pt x="187" y="637"/>
                    </a:cubicBezTo>
                    <a:cubicBezTo>
                      <a:pt x="134" y="634"/>
                      <a:pt x="125" y="614"/>
                      <a:pt x="125" y="564"/>
                    </a:cubicBezTo>
                    <a:cubicBezTo>
                      <a:pt x="125" y="415"/>
                      <a:pt x="125" y="266"/>
                      <a:pt x="125" y="117"/>
                    </a:cubicBezTo>
                    <a:cubicBezTo>
                      <a:pt x="267" y="303"/>
                      <a:pt x="409" y="488"/>
                      <a:pt x="550" y="673"/>
                    </a:cubicBezTo>
                    <a:cubicBezTo>
                      <a:pt x="559" y="684"/>
                      <a:pt x="564" y="687"/>
                      <a:pt x="570" y="687"/>
                    </a:cubicBezTo>
                    <a:cubicBezTo>
                      <a:pt x="587" y="687"/>
                      <a:pt x="587" y="673"/>
                      <a:pt x="587" y="656"/>
                    </a:cubicBezTo>
                    <a:cubicBezTo>
                      <a:pt x="587" y="472"/>
                      <a:pt x="587" y="288"/>
                      <a:pt x="587" y="104"/>
                    </a:cubicBezTo>
                    <a:cubicBezTo>
                      <a:pt x="587" y="50"/>
                      <a:pt x="598" y="37"/>
                      <a:pt x="643" y="37"/>
                    </a:cubicBezTo>
                    <a:cubicBezTo>
                      <a:pt x="648" y="37"/>
                      <a:pt x="665" y="34"/>
                      <a:pt x="665" y="20"/>
                    </a:cubicBezTo>
                    <a:cubicBezTo>
                      <a:pt x="665" y="0"/>
                      <a:pt x="651" y="0"/>
                      <a:pt x="631" y="0"/>
                    </a:cubicBezTo>
                    <a:cubicBezTo>
                      <a:pt x="584" y="0"/>
                      <a:pt x="536" y="0"/>
                      <a:pt x="489" y="0"/>
                    </a:cubicBezTo>
                    <a:cubicBezTo>
                      <a:pt x="472" y="0"/>
                      <a:pt x="455" y="0"/>
                      <a:pt x="455" y="20"/>
                    </a:cubicBezTo>
                    <a:cubicBezTo>
                      <a:pt x="455" y="37"/>
                      <a:pt x="472" y="37"/>
                      <a:pt x="483" y="37"/>
                    </a:cubicBezTo>
                    <a:cubicBezTo>
                      <a:pt x="539" y="37"/>
                      <a:pt x="548" y="56"/>
                      <a:pt x="548" y="106"/>
                    </a:cubicBezTo>
                    <a:cubicBezTo>
                      <a:pt x="548" y="209"/>
                      <a:pt x="548" y="311"/>
                      <a:pt x="548" y="413"/>
                    </a:cubicBezTo>
                    <a:cubicBezTo>
                      <a:pt x="449" y="280"/>
                      <a:pt x="350" y="147"/>
                      <a:pt x="251" y="14"/>
                    </a:cubicBezTo>
                    <a:cubicBezTo>
                      <a:pt x="240" y="0"/>
                      <a:pt x="237" y="0"/>
                      <a:pt x="215" y="0"/>
                    </a:cubicBezTo>
                    <a:cubicBezTo>
                      <a:pt x="158" y="0"/>
                      <a:pt x="101" y="0"/>
                      <a:pt x="44" y="0"/>
                    </a:cubicBezTo>
                    <a:cubicBezTo>
                      <a:pt x="28" y="0"/>
                      <a:pt x="11" y="0"/>
                      <a:pt x="11" y="20"/>
                    </a:cubicBezTo>
                    <a:cubicBezTo>
                      <a:pt x="11" y="34"/>
                      <a:pt x="28" y="37"/>
                      <a:pt x="33" y="37"/>
                    </a:cubicBezTo>
                    <a:cubicBezTo>
                      <a:pt x="58" y="39"/>
                      <a:pt x="78" y="53"/>
                      <a:pt x="86" y="64"/>
                    </a:cubicBezTo>
                    <a:cubicBezTo>
                      <a:pt x="86" y="73"/>
                      <a:pt x="86" y="76"/>
                      <a:pt x="86" y="90"/>
                    </a:cubicBezTo>
                    <a:moveTo>
                      <a:pt x="553" y="620"/>
                    </a:moveTo>
                    <a:cubicBezTo>
                      <a:pt x="411" y="433"/>
                      <a:pt x="268" y="246"/>
                      <a:pt x="125" y="59"/>
                    </a:cubicBezTo>
                    <a:cubicBezTo>
                      <a:pt x="117" y="48"/>
                      <a:pt x="117" y="45"/>
                      <a:pt x="106" y="37"/>
                    </a:cubicBezTo>
                    <a:cubicBezTo>
                      <a:pt x="145" y="37"/>
                      <a:pt x="184" y="37"/>
                      <a:pt x="223" y="37"/>
                    </a:cubicBezTo>
                    <a:cubicBezTo>
                      <a:pt x="333" y="184"/>
                      <a:pt x="443" y="332"/>
                      <a:pt x="553" y="480"/>
                    </a:cubicBezTo>
                    <a:cubicBezTo>
                      <a:pt x="553" y="527"/>
                      <a:pt x="553" y="573"/>
                      <a:pt x="553" y="62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396000" y="270000"/>
            <a:ext cx="252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Result</a:t>
            </a:r>
            <a:endParaRPr b="0" lang="en-GB" sz="3300" spc="-1" strike="noStrike">
              <a:solidFill>
                <a:srgbClr val="ffffff"/>
              </a:solidFill>
              <a:latin typeface="Arial"/>
            </a:endParaRPr>
          </a:p>
        </p:txBody>
      </p:sp>
      <p:pic>
        <p:nvPicPr>
          <p:cNvPr id="241" name="" descr=""/>
          <p:cNvPicPr/>
          <p:nvPr/>
        </p:nvPicPr>
        <p:blipFill>
          <a:blip r:embed="rId1">
            <a:alphaModFix amt="70000"/>
          </a:blip>
          <a:srcRect l="3956" t="0" r="0" b="0"/>
          <a:stretch/>
        </p:blipFill>
        <p:spPr>
          <a:xfrm>
            <a:off x="3060000" y="659160"/>
            <a:ext cx="7029000" cy="5025960"/>
          </a:xfrm>
          <a:prstGeom prst="rect">
            <a:avLst/>
          </a:prstGeom>
          <a:ln w="18000">
            <a:noFill/>
          </a:ln>
        </p:spPr>
      </p:pic>
      <p:sp>
        <p:nvSpPr>
          <p:cNvPr id="242" name=""/>
          <p:cNvSpPr/>
          <p:nvPr/>
        </p:nvSpPr>
        <p:spPr>
          <a:xfrm>
            <a:off x="3060000" y="1980000"/>
            <a:ext cx="506880" cy="1620000"/>
          </a:xfrm>
          <a:prstGeom prst="rect">
            <a:avLst/>
          </a:prstGeom>
          <a:solidFill>
            <a:srgbClr val="ffffff"/>
          </a:solidFill>
          <a:ln w="18000">
            <a:noFill/>
          </a:ln>
        </p:spPr>
        <p:style>
          <a:lnRef idx="0"/>
          <a:fillRef idx="0"/>
          <a:effectRef idx="0"/>
          <a:fontRef idx="minor"/>
        </p:style>
        <p:txBody>
          <a:bodyPr wrap="none" lIns="90000" rIns="90000" tIns="45000" bIns="45000" anchor="ctr">
            <a:noAutofit/>
          </a:bodyPr>
          <a:p>
            <a:endParaRPr b="0" lang="en-GB" sz="1800" spc="-1" strike="noStrike">
              <a:solidFill>
                <a:srgbClr val="ffffff"/>
              </a:solidFill>
              <a:latin typeface="Arial"/>
            </a:endParaRPr>
          </a:p>
        </p:txBody>
      </p:sp>
      <p:grpSp>
        <p:nvGrpSpPr>
          <p:cNvPr id="243" name=""/>
          <p:cNvGrpSpPr/>
          <p:nvPr/>
        </p:nvGrpSpPr>
        <p:grpSpPr>
          <a:xfrm>
            <a:off x="3105360" y="2520000"/>
            <a:ext cx="350640" cy="796680"/>
            <a:chOff x="3105360" y="2520000"/>
            <a:chExt cx="350640" cy="796680"/>
          </a:xfrm>
        </p:grpSpPr>
        <p:grpSp>
          <p:nvGrpSpPr>
            <p:cNvPr id="244" name=""/>
            <p:cNvGrpSpPr/>
            <p:nvPr/>
          </p:nvGrpSpPr>
          <p:grpSpPr>
            <a:xfrm>
              <a:off x="3105360" y="2520000"/>
              <a:ext cx="350640" cy="796680"/>
              <a:chOff x="3105360" y="2520000"/>
              <a:chExt cx="350640" cy="796680"/>
            </a:xfrm>
          </p:grpSpPr>
          <p:sp>
            <p:nvSpPr>
              <p:cNvPr id="245" name=""/>
              <p:cNvSpPr/>
              <p:nvPr/>
            </p:nvSpPr>
            <p:spPr>
              <a:xfrm>
                <a:off x="3118320" y="2535840"/>
                <a:ext cx="331200" cy="766080"/>
              </a:xfrm>
              <a:custGeom>
                <a:avLst/>
                <a:gdLst/>
                <a:ahLst/>
                <a:rect l="0" t="0" r="r" b="b"/>
                <a:pathLst>
                  <a:path w="920" h="2128">
                    <a:moveTo>
                      <a:pt x="0" y="2111"/>
                    </a:moveTo>
                    <a:cubicBezTo>
                      <a:pt x="13" y="1407"/>
                      <a:pt x="27" y="704"/>
                      <a:pt x="41" y="0"/>
                    </a:cubicBezTo>
                    <a:cubicBezTo>
                      <a:pt x="334" y="6"/>
                      <a:pt x="627" y="11"/>
                      <a:pt x="920" y="17"/>
                    </a:cubicBezTo>
                    <a:cubicBezTo>
                      <a:pt x="907" y="721"/>
                      <a:pt x="893" y="1424"/>
                      <a:pt x="879" y="2128"/>
                    </a:cubicBezTo>
                    <a:cubicBezTo>
                      <a:pt x="586" y="2122"/>
                      <a:pt x="293" y="2117"/>
                      <a:pt x="0" y="2111"/>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46" name=""/>
              <p:cNvSpPr/>
              <p:nvPr/>
            </p:nvSpPr>
            <p:spPr>
              <a:xfrm>
                <a:off x="3131280" y="3201840"/>
                <a:ext cx="235080" cy="114840"/>
              </a:xfrm>
              <a:custGeom>
                <a:avLst/>
                <a:gdLst/>
                <a:ahLst/>
                <a:rect l="0" t="0" r="r" b="b"/>
                <a:pathLst>
                  <a:path w="653" h="319">
                    <a:moveTo>
                      <a:pt x="26" y="111"/>
                    </a:moveTo>
                    <a:cubicBezTo>
                      <a:pt x="0" y="111"/>
                      <a:pt x="0" y="111"/>
                      <a:pt x="0" y="133"/>
                    </a:cubicBezTo>
                    <a:cubicBezTo>
                      <a:pt x="60" y="196"/>
                      <a:pt x="59" y="282"/>
                      <a:pt x="58" y="313"/>
                    </a:cubicBezTo>
                    <a:cubicBezTo>
                      <a:pt x="68" y="313"/>
                      <a:pt x="78" y="314"/>
                      <a:pt x="89" y="314"/>
                    </a:cubicBezTo>
                    <a:cubicBezTo>
                      <a:pt x="89" y="294"/>
                      <a:pt x="90" y="236"/>
                      <a:pt x="66" y="185"/>
                    </a:cubicBezTo>
                    <a:cubicBezTo>
                      <a:pt x="234" y="188"/>
                      <a:pt x="403" y="191"/>
                      <a:pt x="571" y="194"/>
                    </a:cubicBezTo>
                    <a:cubicBezTo>
                      <a:pt x="608" y="195"/>
                      <a:pt x="619" y="198"/>
                      <a:pt x="617" y="285"/>
                    </a:cubicBezTo>
                    <a:cubicBezTo>
                      <a:pt x="617" y="296"/>
                      <a:pt x="617" y="307"/>
                      <a:pt x="616" y="318"/>
                    </a:cubicBezTo>
                    <a:cubicBezTo>
                      <a:pt x="627" y="319"/>
                      <a:pt x="637" y="319"/>
                      <a:pt x="647" y="319"/>
                    </a:cubicBezTo>
                    <a:cubicBezTo>
                      <a:pt x="645" y="283"/>
                      <a:pt x="647" y="199"/>
                      <a:pt x="647" y="160"/>
                    </a:cubicBezTo>
                    <a:cubicBezTo>
                      <a:pt x="648" y="120"/>
                      <a:pt x="650" y="34"/>
                      <a:pt x="653" y="0"/>
                    </a:cubicBezTo>
                    <a:cubicBezTo>
                      <a:pt x="643" y="0"/>
                      <a:pt x="633" y="0"/>
                      <a:pt x="623" y="0"/>
                    </a:cubicBezTo>
                    <a:cubicBezTo>
                      <a:pt x="622" y="10"/>
                      <a:pt x="622" y="20"/>
                      <a:pt x="622" y="30"/>
                    </a:cubicBezTo>
                    <a:cubicBezTo>
                      <a:pt x="620" y="120"/>
                      <a:pt x="609" y="122"/>
                      <a:pt x="573" y="122"/>
                    </a:cubicBezTo>
                    <a:cubicBezTo>
                      <a:pt x="390" y="118"/>
                      <a:pt x="208" y="115"/>
                      <a:pt x="26" y="1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47" name=""/>
              <p:cNvSpPr/>
              <p:nvPr/>
            </p:nvSpPr>
            <p:spPr>
              <a:xfrm>
                <a:off x="3105360" y="3011760"/>
                <a:ext cx="350640" cy="143280"/>
              </a:xfrm>
              <a:custGeom>
                <a:avLst/>
                <a:gdLst/>
                <a:ahLst/>
                <a:rect l="0" t="0" r="r" b="b"/>
                <a:pathLst>
                  <a:path w="974" h="398">
                    <a:moveTo>
                      <a:pt x="40" y="6"/>
                    </a:moveTo>
                    <a:cubicBezTo>
                      <a:pt x="26" y="0"/>
                      <a:pt x="23" y="0"/>
                      <a:pt x="20" y="0"/>
                    </a:cubicBezTo>
                    <a:cubicBezTo>
                      <a:pt x="9" y="0"/>
                      <a:pt x="1" y="8"/>
                      <a:pt x="0" y="19"/>
                    </a:cubicBezTo>
                    <a:cubicBezTo>
                      <a:pt x="0" y="33"/>
                      <a:pt x="11" y="36"/>
                      <a:pt x="20" y="39"/>
                    </a:cubicBezTo>
                    <a:cubicBezTo>
                      <a:pt x="325" y="157"/>
                      <a:pt x="630" y="275"/>
                      <a:pt x="935" y="392"/>
                    </a:cubicBezTo>
                    <a:cubicBezTo>
                      <a:pt x="948" y="398"/>
                      <a:pt x="951" y="398"/>
                      <a:pt x="954" y="398"/>
                    </a:cubicBezTo>
                    <a:cubicBezTo>
                      <a:pt x="965" y="399"/>
                      <a:pt x="974" y="390"/>
                      <a:pt x="974" y="379"/>
                    </a:cubicBezTo>
                    <a:cubicBezTo>
                      <a:pt x="974" y="365"/>
                      <a:pt x="963" y="362"/>
                      <a:pt x="955" y="356"/>
                    </a:cubicBezTo>
                    <a:cubicBezTo>
                      <a:pt x="650" y="240"/>
                      <a:pt x="345" y="123"/>
                      <a:pt x="40" y="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48" name=""/>
              <p:cNvSpPr/>
              <p:nvPr/>
            </p:nvSpPr>
            <p:spPr>
              <a:xfrm>
                <a:off x="3120840" y="2718720"/>
                <a:ext cx="254880" cy="261720"/>
              </a:xfrm>
              <a:custGeom>
                <a:avLst/>
                <a:gdLst/>
                <a:ahLst/>
                <a:rect l="0" t="0" r="r" b="b"/>
                <a:pathLst>
                  <a:path w="708" h="727">
                    <a:moveTo>
                      <a:pt x="18" y="325"/>
                    </a:moveTo>
                    <a:cubicBezTo>
                      <a:pt x="6" y="331"/>
                      <a:pt x="1" y="333"/>
                      <a:pt x="0" y="350"/>
                    </a:cubicBezTo>
                    <a:cubicBezTo>
                      <a:pt x="0" y="367"/>
                      <a:pt x="5" y="370"/>
                      <a:pt x="17" y="376"/>
                    </a:cubicBezTo>
                    <a:cubicBezTo>
                      <a:pt x="236" y="491"/>
                      <a:pt x="455" y="606"/>
                      <a:pt x="675" y="721"/>
                    </a:cubicBezTo>
                    <a:cubicBezTo>
                      <a:pt x="683" y="727"/>
                      <a:pt x="682" y="725"/>
                      <a:pt x="686" y="727"/>
                    </a:cubicBezTo>
                    <a:cubicBezTo>
                      <a:pt x="694" y="727"/>
                      <a:pt x="694" y="719"/>
                      <a:pt x="695" y="705"/>
                    </a:cubicBezTo>
                    <a:cubicBezTo>
                      <a:pt x="699" y="477"/>
                      <a:pt x="703" y="250"/>
                      <a:pt x="708" y="22"/>
                    </a:cubicBezTo>
                    <a:cubicBezTo>
                      <a:pt x="708" y="8"/>
                      <a:pt x="708" y="0"/>
                      <a:pt x="700" y="0"/>
                    </a:cubicBezTo>
                    <a:cubicBezTo>
                      <a:pt x="696" y="2"/>
                      <a:pt x="697" y="0"/>
                      <a:pt x="688" y="5"/>
                    </a:cubicBezTo>
                    <a:cubicBezTo>
                      <a:pt x="465" y="112"/>
                      <a:pt x="241" y="219"/>
                      <a:pt x="18" y="325"/>
                    </a:cubicBezTo>
                    <a:moveTo>
                      <a:pt x="97" y="383"/>
                    </a:moveTo>
                    <a:cubicBezTo>
                      <a:pt x="276" y="299"/>
                      <a:pt x="454" y="214"/>
                      <a:pt x="633" y="130"/>
                    </a:cubicBezTo>
                    <a:cubicBezTo>
                      <a:pt x="630" y="306"/>
                      <a:pt x="626" y="482"/>
                      <a:pt x="623" y="659"/>
                    </a:cubicBezTo>
                    <a:cubicBezTo>
                      <a:pt x="448" y="567"/>
                      <a:pt x="273" y="475"/>
                      <a:pt x="97" y="38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49" name=""/>
              <p:cNvSpPr/>
              <p:nvPr/>
            </p:nvSpPr>
            <p:spPr>
              <a:xfrm>
                <a:off x="3133800" y="2520000"/>
                <a:ext cx="248760" cy="162360"/>
              </a:xfrm>
              <a:custGeom>
                <a:avLst/>
                <a:gdLst/>
                <a:ahLst/>
                <a:rect l="0" t="0" r="r" b="b"/>
                <a:pathLst>
                  <a:path w="691" h="451">
                    <a:moveTo>
                      <a:pt x="11" y="212"/>
                    </a:moveTo>
                    <a:cubicBezTo>
                      <a:pt x="8" y="212"/>
                      <a:pt x="0" y="212"/>
                      <a:pt x="0" y="223"/>
                    </a:cubicBezTo>
                    <a:cubicBezTo>
                      <a:pt x="-1" y="245"/>
                      <a:pt x="6" y="318"/>
                      <a:pt x="6" y="343"/>
                    </a:cubicBezTo>
                    <a:cubicBezTo>
                      <a:pt x="8" y="352"/>
                      <a:pt x="8" y="363"/>
                      <a:pt x="25" y="363"/>
                    </a:cubicBezTo>
                    <a:cubicBezTo>
                      <a:pt x="39" y="364"/>
                      <a:pt x="39" y="355"/>
                      <a:pt x="39" y="339"/>
                    </a:cubicBezTo>
                    <a:cubicBezTo>
                      <a:pt x="40" y="294"/>
                      <a:pt x="46" y="291"/>
                      <a:pt x="57" y="291"/>
                    </a:cubicBezTo>
                    <a:cubicBezTo>
                      <a:pt x="64" y="292"/>
                      <a:pt x="70" y="293"/>
                      <a:pt x="77" y="294"/>
                    </a:cubicBezTo>
                    <a:cubicBezTo>
                      <a:pt x="263" y="346"/>
                      <a:pt x="449" y="397"/>
                      <a:pt x="635" y="448"/>
                    </a:cubicBezTo>
                    <a:cubicBezTo>
                      <a:pt x="649" y="451"/>
                      <a:pt x="652" y="451"/>
                      <a:pt x="657" y="451"/>
                    </a:cubicBezTo>
                    <a:cubicBezTo>
                      <a:pt x="680" y="452"/>
                      <a:pt x="686" y="432"/>
                      <a:pt x="686" y="424"/>
                    </a:cubicBezTo>
                    <a:cubicBezTo>
                      <a:pt x="686" y="410"/>
                      <a:pt x="678" y="396"/>
                      <a:pt x="667" y="390"/>
                    </a:cubicBezTo>
                    <a:cubicBezTo>
                      <a:pt x="656" y="384"/>
                      <a:pt x="478" y="339"/>
                      <a:pt x="453" y="330"/>
                    </a:cubicBezTo>
                    <a:cubicBezTo>
                      <a:pt x="456" y="299"/>
                      <a:pt x="475" y="218"/>
                      <a:pt x="539" y="219"/>
                    </a:cubicBezTo>
                    <a:cubicBezTo>
                      <a:pt x="544" y="220"/>
                      <a:pt x="550" y="220"/>
                      <a:pt x="558" y="223"/>
                    </a:cubicBezTo>
                    <a:cubicBezTo>
                      <a:pt x="569" y="223"/>
                      <a:pt x="581" y="226"/>
                      <a:pt x="592" y="226"/>
                    </a:cubicBezTo>
                    <a:cubicBezTo>
                      <a:pt x="650" y="227"/>
                      <a:pt x="690" y="189"/>
                      <a:pt x="691" y="138"/>
                    </a:cubicBezTo>
                    <a:cubicBezTo>
                      <a:pt x="692" y="108"/>
                      <a:pt x="676" y="82"/>
                      <a:pt x="640" y="59"/>
                    </a:cubicBezTo>
                    <a:cubicBezTo>
                      <a:pt x="598" y="33"/>
                      <a:pt x="545" y="24"/>
                      <a:pt x="543" y="24"/>
                    </a:cubicBezTo>
                    <a:cubicBezTo>
                      <a:pt x="534" y="24"/>
                      <a:pt x="534" y="32"/>
                      <a:pt x="534" y="35"/>
                    </a:cubicBezTo>
                    <a:cubicBezTo>
                      <a:pt x="534" y="43"/>
                      <a:pt x="537" y="46"/>
                      <a:pt x="550" y="49"/>
                    </a:cubicBezTo>
                    <a:cubicBezTo>
                      <a:pt x="620" y="70"/>
                      <a:pt x="670" y="93"/>
                      <a:pt x="669" y="135"/>
                    </a:cubicBezTo>
                    <a:cubicBezTo>
                      <a:pt x="669" y="155"/>
                      <a:pt x="657" y="166"/>
                      <a:pt x="624" y="165"/>
                    </a:cubicBezTo>
                    <a:cubicBezTo>
                      <a:pt x="607" y="165"/>
                      <a:pt x="585" y="162"/>
                      <a:pt x="568" y="158"/>
                    </a:cubicBezTo>
                    <a:cubicBezTo>
                      <a:pt x="551" y="153"/>
                      <a:pt x="548" y="153"/>
                      <a:pt x="537" y="152"/>
                    </a:cubicBezTo>
                    <a:cubicBezTo>
                      <a:pt x="476" y="151"/>
                      <a:pt x="444" y="212"/>
                      <a:pt x="431" y="296"/>
                    </a:cubicBezTo>
                    <a:cubicBezTo>
                      <a:pt x="415" y="265"/>
                      <a:pt x="385" y="233"/>
                      <a:pt x="363" y="210"/>
                    </a:cubicBezTo>
                    <a:cubicBezTo>
                      <a:pt x="311" y="162"/>
                      <a:pt x="270" y="116"/>
                      <a:pt x="271" y="69"/>
                    </a:cubicBezTo>
                    <a:cubicBezTo>
                      <a:pt x="271" y="63"/>
                      <a:pt x="271" y="63"/>
                      <a:pt x="271" y="60"/>
                    </a:cubicBezTo>
                    <a:cubicBezTo>
                      <a:pt x="274" y="47"/>
                      <a:pt x="274" y="47"/>
                      <a:pt x="280" y="38"/>
                    </a:cubicBezTo>
                    <a:cubicBezTo>
                      <a:pt x="281" y="37"/>
                      <a:pt x="283" y="38"/>
                      <a:pt x="283" y="36"/>
                    </a:cubicBezTo>
                    <a:cubicBezTo>
                      <a:pt x="287" y="83"/>
                      <a:pt x="323" y="92"/>
                      <a:pt x="335" y="92"/>
                    </a:cubicBezTo>
                    <a:cubicBezTo>
                      <a:pt x="351" y="93"/>
                      <a:pt x="371" y="82"/>
                      <a:pt x="372" y="57"/>
                    </a:cubicBezTo>
                    <a:cubicBezTo>
                      <a:pt x="372" y="29"/>
                      <a:pt x="350" y="0"/>
                      <a:pt x="311" y="0"/>
                    </a:cubicBezTo>
                    <a:cubicBezTo>
                      <a:pt x="283" y="-1"/>
                      <a:pt x="249" y="21"/>
                      <a:pt x="248" y="66"/>
                    </a:cubicBezTo>
                    <a:cubicBezTo>
                      <a:pt x="248" y="94"/>
                      <a:pt x="255" y="139"/>
                      <a:pt x="332" y="210"/>
                    </a:cubicBezTo>
                    <a:cubicBezTo>
                      <a:pt x="368" y="244"/>
                      <a:pt x="406" y="284"/>
                      <a:pt x="422" y="321"/>
                    </a:cubicBezTo>
                    <a:cubicBezTo>
                      <a:pt x="285" y="285"/>
                      <a:pt x="148" y="248"/>
                      <a:pt x="11" y="212"/>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50" name=""/>
          <p:cNvGrpSpPr/>
          <p:nvPr/>
        </p:nvGrpSpPr>
        <p:grpSpPr>
          <a:xfrm>
            <a:off x="180000" y="3589200"/>
            <a:ext cx="2810160" cy="370800"/>
            <a:chOff x="180000" y="3589200"/>
            <a:chExt cx="2810160" cy="370800"/>
          </a:xfrm>
        </p:grpSpPr>
        <p:grpSp>
          <p:nvGrpSpPr>
            <p:cNvPr id="251" name=""/>
            <p:cNvGrpSpPr/>
            <p:nvPr/>
          </p:nvGrpSpPr>
          <p:grpSpPr>
            <a:xfrm>
              <a:off x="180000" y="3589200"/>
              <a:ext cx="2810160" cy="370800"/>
              <a:chOff x="180000" y="3589200"/>
              <a:chExt cx="2810160" cy="370800"/>
            </a:xfrm>
          </p:grpSpPr>
          <p:sp>
            <p:nvSpPr>
              <p:cNvPr id="252" name=""/>
              <p:cNvSpPr/>
              <p:nvPr/>
            </p:nvSpPr>
            <p:spPr>
              <a:xfrm>
                <a:off x="198000" y="3607200"/>
                <a:ext cx="2774160" cy="334800"/>
              </a:xfrm>
              <a:custGeom>
                <a:avLst/>
                <a:gdLst/>
                <a:ahLst/>
                <a:rect l="0" t="0" r="r" b="b"/>
                <a:pathLst>
                  <a:path w="7706" h="930">
                    <a:moveTo>
                      <a:pt x="0" y="0"/>
                    </a:moveTo>
                    <a:cubicBezTo>
                      <a:pt x="2569" y="0"/>
                      <a:pt x="5137" y="0"/>
                      <a:pt x="7706" y="0"/>
                    </a:cubicBezTo>
                    <a:cubicBezTo>
                      <a:pt x="7706" y="310"/>
                      <a:pt x="7706" y="620"/>
                      <a:pt x="7706" y="930"/>
                    </a:cubicBezTo>
                    <a:cubicBezTo>
                      <a:pt x="5137" y="930"/>
                      <a:pt x="2569" y="930"/>
                      <a:pt x="0" y="930"/>
                    </a:cubicBezTo>
                    <a:cubicBezTo>
                      <a:pt x="0" y="620"/>
                      <a:pt x="0" y="310"/>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3" name=""/>
              <p:cNvSpPr/>
              <p:nvPr/>
            </p:nvSpPr>
            <p:spPr>
              <a:xfrm>
                <a:off x="180000" y="3640320"/>
                <a:ext cx="261000" cy="251280"/>
              </a:xfrm>
              <a:custGeom>
                <a:avLst/>
                <a:gdLst/>
                <a:ahLst/>
                <a:rect l="0" t="0" r="r" b="b"/>
                <a:pathLst>
                  <a:path w="725" h="698">
                    <a:moveTo>
                      <a:pt x="389" y="17"/>
                    </a:moveTo>
                    <a:cubicBezTo>
                      <a:pt x="381" y="3"/>
                      <a:pt x="381" y="0"/>
                      <a:pt x="364" y="0"/>
                    </a:cubicBezTo>
                    <a:cubicBezTo>
                      <a:pt x="347" y="0"/>
                      <a:pt x="344" y="3"/>
                      <a:pt x="336" y="17"/>
                    </a:cubicBezTo>
                    <a:cubicBezTo>
                      <a:pt x="226" y="238"/>
                      <a:pt x="116" y="458"/>
                      <a:pt x="6" y="679"/>
                    </a:cubicBezTo>
                    <a:cubicBezTo>
                      <a:pt x="0" y="690"/>
                      <a:pt x="0" y="690"/>
                      <a:pt x="0" y="693"/>
                    </a:cubicBezTo>
                    <a:cubicBezTo>
                      <a:pt x="0" y="698"/>
                      <a:pt x="6" y="698"/>
                      <a:pt x="22" y="698"/>
                    </a:cubicBezTo>
                    <a:cubicBezTo>
                      <a:pt x="250" y="698"/>
                      <a:pt x="478" y="698"/>
                      <a:pt x="705" y="698"/>
                    </a:cubicBezTo>
                    <a:cubicBezTo>
                      <a:pt x="719" y="698"/>
                      <a:pt x="725" y="698"/>
                      <a:pt x="725" y="693"/>
                    </a:cubicBezTo>
                    <a:cubicBezTo>
                      <a:pt x="725" y="690"/>
                      <a:pt x="725" y="690"/>
                      <a:pt x="722" y="679"/>
                    </a:cubicBezTo>
                    <a:cubicBezTo>
                      <a:pt x="611" y="458"/>
                      <a:pt x="500" y="238"/>
                      <a:pt x="389" y="17"/>
                    </a:cubicBezTo>
                    <a:moveTo>
                      <a:pt x="330" y="98"/>
                    </a:moveTo>
                    <a:cubicBezTo>
                      <a:pt x="419" y="274"/>
                      <a:pt x="508" y="450"/>
                      <a:pt x="596" y="626"/>
                    </a:cubicBezTo>
                    <a:cubicBezTo>
                      <a:pt x="420" y="626"/>
                      <a:pt x="244" y="626"/>
                      <a:pt x="67" y="626"/>
                    </a:cubicBezTo>
                    <a:cubicBezTo>
                      <a:pt x="155" y="450"/>
                      <a:pt x="243" y="274"/>
                      <a:pt x="330"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4" name=""/>
              <p:cNvSpPr/>
              <p:nvPr/>
            </p:nvSpPr>
            <p:spPr>
              <a:xfrm>
                <a:off x="478080" y="3647520"/>
                <a:ext cx="160200" cy="248040"/>
              </a:xfrm>
              <a:custGeom>
                <a:avLst/>
                <a:gdLst/>
                <a:ahLst/>
                <a:rect l="0" t="0" r="r" b="b"/>
                <a:pathLst>
                  <a:path w="445" h="689">
                    <a:moveTo>
                      <a:pt x="227" y="11"/>
                    </a:moveTo>
                    <a:cubicBezTo>
                      <a:pt x="223" y="7"/>
                      <a:pt x="227" y="0"/>
                      <a:pt x="213" y="0"/>
                    </a:cubicBezTo>
                    <a:cubicBezTo>
                      <a:pt x="191" y="0"/>
                      <a:pt x="121" y="8"/>
                      <a:pt x="96" y="11"/>
                    </a:cubicBezTo>
                    <a:cubicBezTo>
                      <a:pt x="87" y="11"/>
                      <a:pt x="76" y="14"/>
                      <a:pt x="76" y="31"/>
                    </a:cubicBezTo>
                    <a:cubicBezTo>
                      <a:pt x="76" y="42"/>
                      <a:pt x="84" y="42"/>
                      <a:pt x="98" y="42"/>
                    </a:cubicBezTo>
                    <a:cubicBezTo>
                      <a:pt x="146" y="42"/>
                      <a:pt x="149" y="50"/>
                      <a:pt x="149" y="59"/>
                    </a:cubicBezTo>
                    <a:cubicBezTo>
                      <a:pt x="148" y="65"/>
                      <a:pt x="147" y="72"/>
                      <a:pt x="146" y="78"/>
                    </a:cubicBezTo>
                    <a:cubicBezTo>
                      <a:pt x="98" y="266"/>
                      <a:pt x="51" y="454"/>
                      <a:pt x="3" y="642"/>
                    </a:cubicBezTo>
                    <a:cubicBezTo>
                      <a:pt x="0" y="656"/>
                      <a:pt x="0" y="656"/>
                      <a:pt x="0" y="661"/>
                    </a:cubicBezTo>
                    <a:cubicBezTo>
                      <a:pt x="0" y="687"/>
                      <a:pt x="20" y="689"/>
                      <a:pt x="28" y="689"/>
                    </a:cubicBezTo>
                    <a:cubicBezTo>
                      <a:pt x="40" y="689"/>
                      <a:pt x="56" y="681"/>
                      <a:pt x="62" y="670"/>
                    </a:cubicBezTo>
                    <a:cubicBezTo>
                      <a:pt x="65" y="661"/>
                      <a:pt x="110" y="480"/>
                      <a:pt x="115" y="455"/>
                    </a:cubicBezTo>
                    <a:cubicBezTo>
                      <a:pt x="149" y="458"/>
                      <a:pt x="230" y="474"/>
                      <a:pt x="230" y="539"/>
                    </a:cubicBezTo>
                    <a:cubicBezTo>
                      <a:pt x="230" y="544"/>
                      <a:pt x="230" y="550"/>
                      <a:pt x="227" y="558"/>
                    </a:cubicBezTo>
                    <a:cubicBezTo>
                      <a:pt x="224" y="572"/>
                      <a:pt x="224" y="583"/>
                      <a:pt x="224" y="594"/>
                    </a:cubicBezTo>
                    <a:cubicBezTo>
                      <a:pt x="224" y="650"/>
                      <a:pt x="264" y="689"/>
                      <a:pt x="314" y="689"/>
                    </a:cubicBezTo>
                    <a:cubicBezTo>
                      <a:pt x="345" y="689"/>
                      <a:pt x="370" y="675"/>
                      <a:pt x="392" y="639"/>
                    </a:cubicBezTo>
                    <a:cubicBezTo>
                      <a:pt x="417" y="594"/>
                      <a:pt x="426" y="541"/>
                      <a:pt x="426" y="539"/>
                    </a:cubicBezTo>
                    <a:cubicBezTo>
                      <a:pt x="426" y="530"/>
                      <a:pt x="417" y="530"/>
                      <a:pt x="415" y="530"/>
                    </a:cubicBezTo>
                    <a:cubicBezTo>
                      <a:pt x="406" y="530"/>
                      <a:pt x="403" y="533"/>
                      <a:pt x="401" y="547"/>
                    </a:cubicBezTo>
                    <a:cubicBezTo>
                      <a:pt x="381" y="620"/>
                      <a:pt x="359" y="670"/>
                      <a:pt x="317" y="670"/>
                    </a:cubicBezTo>
                    <a:cubicBezTo>
                      <a:pt x="297" y="670"/>
                      <a:pt x="283" y="659"/>
                      <a:pt x="283" y="622"/>
                    </a:cubicBezTo>
                    <a:cubicBezTo>
                      <a:pt x="283" y="606"/>
                      <a:pt x="289" y="583"/>
                      <a:pt x="292" y="567"/>
                    </a:cubicBezTo>
                    <a:cubicBezTo>
                      <a:pt x="297" y="553"/>
                      <a:pt x="297" y="547"/>
                      <a:pt x="297" y="539"/>
                    </a:cubicBezTo>
                    <a:cubicBezTo>
                      <a:pt x="297" y="474"/>
                      <a:pt x="236" y="447"/>
                      <a:pt x="152" y="435"/>
                    </a:cubicBezTo>
                    <a:cubicBezTo>
                      <a:pt x="182" y="419"/>
                      <a:pt x="213" y="385"/>
                      <a:pt x="236" y="363"/>
                    </a:cubicBezTo>
                    <a:cubicBezTo>
                      <a:pt x="283" y="310"/>
                      <a:pt x="328" y="268"/>
                      <a:pt x="376" y="268"/>
                    </a:cubicBezTo>
                    <a:cubicBezTo>
                      <a:pt x="381" y="268"/>
                      <a:pt x="384" y="268"/>
                      <a:pt x="384" y="271"/>
                    </a:cubicBezTo>
                    <a:cubicBezTo>
                      <a:pt x="395" y="271"/>
                      <a:pt x="398" y="271"/>
                      <a:pt x="406" y="276"/>
                    </a:cubicBezTo>
                    <a:cubicBezTo>
                      <a:pt x="406" y="279"/>
                      <a:pt x="406" y="279"/>
                      <a:pt x="409" y="282"/>
                    </a:cubicBezTo>
                    <a:cubicBezTo>
                      <a:pt x="362" y="285"/>
                      <a:pt x="353" y="324"/>
                      <a:pt x="353" y="335"/>
                    </a:cubicBezTo>
                    <a:cubicBezTo>
                      <a:pt x="353" y="349"/>
                      <a:pt x="364" y="368"/>
                      <a:pt x="390" y="368"/>
                    </a:cubicBezTo>
                    <a:cubicBezTo>
                      <a:pt x="417" y="368"/>
                      <a:pt x="445" y="346"/>
                      <a:pt x="445" y="310"/>
                    </a:cubicBezTo>
                    <a:cubicBezTo>
                      <a:pt x="445" y="279"/>
                      <a:pt x="423" y="248"/>
                      <a:pt x="378" y="248"/>
                    </a:cubicBezTo>
                    <a:cubicBezTo>
                      <a:pt x="350" y="248"/>
                      <a:pt x="306" y="254"/>
                      <a:pt x="236" y="332"/>
                    </a:cubicBezTo>
                    <a:cubicBezTo>
                      <a:pt x="202" y="371"/>
                      <a:pt x="163" y="410"/>
                      <a:pt x="126" y="424"/>
                    </a:cubicBezTo>
                    <a:cubicBezTo>
                      <a:pt x="160" y="286"/>
                      <a:pt x="194"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5" name=""/>
              <p:cNvSpPr/>
              <p:nvPr/>
            </p:nvSpPr>
            <p:spPr>
              <a:xfrm>
                <a:off x="771480" y="3763080"/>
                <a:ext cx="235800" cy="82440"/>
              </a:xfrm>
              <a:custGeom>
                <a:avLst/>
                <a:gdLst/>
                <a:ahLst/>
                <a:rect l="0" t="0" r="r" b="b"/>
                <a:pathLst>
                  <a:path w="655" h="229">
                    <a:moveTo>
                      <a:pt x="621" y="39"/>
                    </a:moveTo>
                    <a:cubicBezTo>
                      <a:pt x="635" y="39"/>
                      <a:pt x="655" y="39"/>
                      <a:pt x="655" y="19"/>
                    </a:cubicBezTo>
                    <a:cubicBezTo>
                      <a:pt x="655" y="0"/>
                      <a:pt x="635" y="0"/>
                      <a:pt x="621" y="0"/>
                    </a:cubicBezTo>
                    <a:cubicBezTo>
                      <a:pt x="425" y="0"/>
                      <a:pt x="229" y="0"/>
                      <a:pt x="34" y="0"/>
                    </a:cubicBezTo>
                    <a:cubicBezTo>
                      <a:pt x="20" y="0"/>
                      <a:pt x="0" y="0"/>
                      <a:pt x="0" y="19"/>
                    </a:cubicBezTo>
                    <a:cubicBezTo>
                      <a:pt x="0" y="39"/>
                      <a:pt x="20" y="39"/>
                      <a:pt x="34" y="39"/>
                    </a:cubicBezTo>
                    <a:cubicBezTo>
                      <a:pt x="229" y="39"/>
                      <a:pt x="425" y="39"/>
                      <a:pt x="621" y="39"/>
                    </a:cubicBezTo>
                    <a:moveTo>
                      <a:pt x="621" y="229"/>
                    </a:moveTo>
                    <a:cubicBezTo>
                      <a:pt x="635" y="229"/>
                      <a:pt x="655" y="229"/>
                      <a:pt x="655" y="209"/>
                    </a:cubicBezTo>
                    <a:cubicBezTo>
                      <a:pt x="655" y="190"/>
                      <a:pt x="635" y="190"/>
                      <a:pt x="621" y="190"/>
                    </a:cubicBezTo>
                    <a:cubicBezTo>
                      <a:pt x="425" y="190"/>
                      <a:pt x="229" y="190"/>
                      <a:pt x="34" y="190"/>
                    </a:cubicBezTo>
                    <a:cubicBezTo>
                      <a:pt x="20" y="190"/>
                      <a:pt x="0" y="190"/>
                      <a:pt x="0" y="209"/>
                    </a:cubicBezTo>
                    <a:cubicBezTo>
                      <a:pt x="0" y="229"/>
                      <a:pt x="20" y="229"/>
                      <a:pt x="34" y="229"/>
                    </a:cubicBezTo>
                    <a:cubicBezTo>
                      <a:pt x="229" y="229"/>
                      <a:pt x="425" y="229"/>
                      <a:pt x="621" y="229"/>
                    </a:cubicBezTo>
                    <a:close/>
                  </a:path>
                </a:pathLst>
              </a:custGeom>
              <a:solidFill>
                <a:srgbClr val="000000"/>
              </a:solidFill>
              <a:ln w="0">
                <a:noFill/>
              </a:ln>
            </p:spPr>
            <p:txBody>
              <a:bodyPr lIns="90000" rIns="90000" tIns="37440" bIns="37440" anchor="ctr" anchorCtr="1">
                <a:noAutofit/>
              </a:bodyPr>
              <a:p>
                <a:endParaRPr b="0" lang="en-GB" sz="1800" spc="-1" strike="noStrike">
                  <a:solidFill>
                    <a:srgbClr val="ffffff"/>
                  </a:solidFill>
                  <a:latin typeface="Arial"/>
                </a:endParaRPr>
              </a:p>
            </p:txBody>
          </p:sp>
          <p:sp>
            <p:nvSpPr>
              <p:cNvPr id="256" name=""/>
              <p:cNvSpPr/>
              <p:nvPr/>
            </p:nvSpPr>
            <p:spPr>
              <a:xfrm>
                <a:off x="1139400" y="3651480"/>
                <a:ext cx="298080" cy="240120"/>
              </a:xfrm>
              <a:custGeom>
                <a:avLst/>
                <a:gdLst/>
                <a:ahLst/>
                <a:rect l="0" t="0" r="r" b="b"/>
                <a:pathLst>
                  <a:path w="828" h="667">
                    <a:moveTo>
                      <a:pt x="705" y="103"/>
                    </a:moveTo>
                    <a:cubicBezTo>
                      <a:pt x="716" y="64"/>
                      <a:pt x="733" y="34"/>
                      <a:pt x="811" y="31"/>
                    </a:cubicBezTo>
                    <a:cubicBezTo>
                      <a:pt x="817" y="31"/>
                      <a:pt x="828" y="31"/>
                      <a:pt x="828" y="11"/>
                    </a:cubicBezTo>
                    <a:cubicBezTo>
                      <a:pt x="824" y="8"/>
                      <a:pt x="828" y="0"/>
                      <a:pt x="817" y="0"/>
                    </a:cubicBezTo>
                    <a:cubicBezTo>
                      <a:pt x="783" y="0"/>
                      <a:pt x="750" y="3"/>
                      <a:pt x="716" y="3"/>
                    </a:cubicBezTo>
                    <a:cubicBezTo>
                      <a:pt x="682" y="3"/>
                      <a:pt x="649" y="0"/>
                      <a:pt x="615" y="0"/>
                    </a:cubicBezTo>
                    <a:cubicBezTo>
                      <a:pt x="610" y="0"/>
                      <a:pt x="598" y="0"/>
                      <a:pt x="598" y="20"/>
                    </a:cubicBezTo>
                    <a:cubicBezTo>
                      <a:pt x="598" y="31"/>
                      <a:pt x="607" y="31"/>
                      <a:pt x="615" y="31"/>
                    </a:cubicBezTo>
                    <a:cubicBezTo>
                      <a:pt x="671" y="31"/>
                      <a:pt x="682" y="53"/>
                      <a:pt x="682" y="73"/>
                    </a:cubicBezTo>
                    <a:cubicBezTo>
                      <a:pt x="682" y="78"/>
                      <a:pt x="680" y="92"/>
                      <a:pt x="680" y="95"/>
                    </a:cubicBezTo>
                    <a:cubicBezTo>
                      <a:pt x="643" y="240"/>
                      <a:pt x="607" y="385"/>
                      <a:pt x="570" y="530"/>
                    </a:cubicBezTo>
                    <a:cubicBezTo>
                      <a:pt x="498" y="360"/>
                      <a:pt x="425" y="190"/>
                      <a:pt x="352" y="20"/>
                    </a:cubicBezTo>
                    <a:cubicBezTo>
                      <a:pt x="344" y="3"/>
                      <a:pt x="344" y="0"/>
                      <a:pt x="321" y="0"/>
                    </a:cubicBezTo>
                    <a:cubicBezTo>
                      <a:pt x="278" y="0"/>
                      <a:pt x="234" y="0"/>
                      <a:pt x="190" y="0"/>
                    </a:cubicBezTo>
                    <a:cubicBezTo>
                      <a:pt x="170" y="0"/>
                      <a:pt x="162" y="0"/>
                      <a:pt x="162" y="20"/>
                    </a:cubicBezTo>
                    <a:cubicBezTo>
                      <a:pt x="162" y="31"/>
                      <a:pt x="170" y="31"/>
                      <a:pt x="187" y="31"/>
                    </a:cubicBezTo>
                    <a:cubicBezTo>
                      <a:pt x="193" y="31"/>
                      <a:pt x="254" y="31"/>
                      <a:pt x="254" y="39"/>
                    </a:cubicBezTo>
                    <a:cubicBezTo>
                      <a:pt x="210" y="214"/>
                      <a:pt x="167" y="389"/>
                      <a:pt x="123" y="564"/>
                    </a:cubicBezTo>
                    <a:cubicBezTo>
                      <a:pt x="114" y="603"/>
                      <a:pt x="97" y="634"/>
                      <a:pt x="16" y="639"/>
                    </a:cubicBezTo>
                    <a:cubicBezTo>
                      <a:pt x="11" y="639"/>
                      <a:pt x="0" y="639"/>
                      <a:pt x="0" y="659"/>
                    </a:cubicBezTo>
                    <a:cubicBezTo>
                      <a:pt x="0" y="664"/>
                      <a:pt x="5" y="667"/>
                      <a:pt x="14" y="667"/>
                    </a:cubicBezTo>
                    <a:cubicBezTo>
                      <a:pt x="44" y="667"/>
                      <a:pt x="78" y="664"/>
                      <a:pt x="111" y="664"/>
                    </a:cubicBezTo>
                    <a:cubicBezTo>
                      <a:pt x="145" y="664"/>
                      <a:pt x="181" y="667"/>
                      <a:pt x="212" y="667"/>
                    </a:cubicBezTo>
                    <a:cubicBezTo>
                      <a:pt x="218" y="667"/>
                      <a:pt x="229" y="667"/>
                      <a:pt x="229" y="648"/>
                    </a:cubicBezTo>
                    <a:cubicBezTo>
                      <a:pt x="229" y="639"/>
                      <a:pt x="221" y="639"/>
                      <a:pt x="209" y="639"/>
                    </a:cubicBezTo>
                    <a:cubicBezTo>
                      <a:pt x="153" y="636"/>
                      <a:pt x="145" y="614"/>
                      <a:pt x="145" y="595"/>
                    </a:cubicBezTo>
                    <a:cubicBezTo>
                      <a:pt x="145" y="589"/>
                      <a:pt x="148" y="583"/>
                      <a:pt x="151" y="572"/>
                    </a:cubicBezTo>
                    <a:cubicBezTo>
                      <a:pt x="194" y="400"/>
                      <a:pt x="236" y="228"/>
                      <a:pt x="279" y="56"/>
                    </a:cubicBezTo>
                    <a:cubicBezTo>
                      <a:pt x="282" y="61"/>
                      <a:pt x="282" y="64"/>
                      <a:pt x="288" y="73"/>
                    </a:cubicBezTo>
                    <a:cubicBezTo>
                      <a:pt x="370" y="265"/>
                      <a:pt x="452" y="458"/>
                      <a:pt x="534" y="650"/>
                    </a:cubicBezTo>
                    <a:cubicBezTo>
                      <a:pt x="540" y="667"/>
                      <a:pt x="542" y="667"/>
                      <a:pt x="551" y="667"/>
                    </a:cubicBezTo>
                    <a:cubicBezTo>
                      <a:pt x="562" y="667"/>
                      <a:pt x="562" y="664"/>
                      <a:pt x="568" y="648"/>
                    </a:cubicBezTo>
                    <a:cubicBezTo>
                      <a:pt x="613" y="466"/>
                      <a:pt x="659" y="285"/>
                      <a:pt x="70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7" name=""/>
              <p:cNvSpPr/>
              <p:nvPr/>
            </p:nvSpPr>
            <p:spPr>
              <a:xfrm>
                <a:off x="1467720" y="3589200"/>
                <a:ext cx="183240" cy="181800"/>
              </a:xfrm>
              <a:custGeom>
                <a:avLst/>
                <a:gdLst/>
                <a:ahLst/>
                <a:rect l="0" t="0" r="r" b="b"/>
                <a:pathLst>
                  <a:path w="509" h="505">
                    <a:moveTo>
                      <a:pt x="271" y="268"/>
                    </a:moveTo>
                    <a:cubicBezTo>
                      <a:pt x="341" y="268"/>
                      <a:pt x="411" y="268"/>
                      <a:pt x="481" y="268"/>
                    </a:cubicBezTo>
                    <a:cubicBezTo>
                      <a:pt x="493" y="268"/>
                      <a:pt x="509" y="268"/>
                      <a:pt x="509" y="251"/>
                    </a:cubicBezTo>
                    <a:cubicBezTo>
                      <a:pt x="509" y="234"/>
                      <a:pt x="493" y="234"/>
                      <a:pt x="481" y="234"/>
                    </a:cubicBezTo>
                    <a:cubicBezTo>
                      <a:pt x="411" y="234"/>
                      <a:pt x="341" y="234"/>
                      <a:pt x="271" y="234"/>
                    </a:cubicBezTo>
                    <a:cubicBezTo>
                      <a:pt x="271" y="167"/>
                      <a:pt x="271" y="99"/>
                      <a:pt x="271" y="31"/>
                    </a:cubicBezTo>
                    <a:cubicBezTo>
                      <a:pt x="271" y="17"/>
                      <a:pt x="271" y="0"/>
                      <a:pt x="255" y="0"/>
                    </a:cubicBezTo>
                    <a:cubicBezTo>
                      <a:pt x="238" y="0"/>
                      <a:pt x="238" y="17"/>
                      <a:pt x="238" y="25"/>
                    </a:cubicBezTo>
                    <a:cubicBezTo>
                      <a:pt x="238" y="95"/>
                      <a:pt x="238" y="165"/>
                      <a:pt x="238" y="234"/>
                    </a:cubicBezTo>
                    <a:cubicBezTo>
                      <a:pt x="168" y="234"/>
                      <a:pt x="98" y="234"/>
                      <a:pt x="28" y="234"/>
                    </a:cubicBezTo>
                    <a:cubicBezTo>
                      <a:pt x="17" y="234"/>
                      <a:pt x="0" y="234"/>
                      <a:pt x="0" y="251"/>
                    </a:cubicBezTo>
                    <a:cubicBezTo>
                      <a:pt x="0" y="268"/>
                      <a:pt x="17" y="268"/>
                      <a:pt x="28" y="268"/>
                    </a:cubicBezTo>
                    <a:cubicBezTo>
                      <a:pt x="98" y="268"/>
                      <a:pt x="168" y="268"/>
                      <a:pt x="238" y="268"/>
                    </a:cubicBezTo>
                    <a:cubicBezTo>
                      <a:pt x="238" y="336"/>
                      <a:pt x="238" y="404"/>
                      <a:pt x="238" y="472"/>
                    </a:cubicBezTo>
                    <a:cubicBezTo>
                      <a:pt x="168" y="472"/>
                      <a:pt x="98" y="472"/>
                      <a:pt x="28" y="472"/>
                    </a:cubicBezTo>
                    <a:cubicBezTo>
                      <a:pt x="17" y="472"/>
                      <a:pt x="0" y="472"/>
                      <a:pt x="0" y="488"/>
                    </a:cubicBezTo>
                    <a:cubicBezTo>
                      <a:pt x="0" y="505"/>
                      <a:pt x="17" y="505"/>
                      <a:pt x="28" y="505"/>
                    </a:cubicBezTo>
                    <a:cubicBezTo>
                      <a:pt x="179" y="505"/>
                      <a:pt x="330" y="505"/>
                      <a:pt x="481" y="505"/>
                    </a:cubicBezTo>
                    <a:cubicBezTo>
                      <a:pt x="493" y="505"/>
                      <a:pt x="509" y="505"/>
                      <a:pt x="509" y="488"/>
                    </a:cubicBezTo>
                    <a:cubicBezTo>
                      <a:pt x="509" y="472"/>
                      <a:pt x="493" y="472"/>
                      <a:pt x="481" y="472"/>
                    </a:cubicBezTo>
                    <a:cubicBezTo>
                      <a:pt x="411" y="472"/>
                      <a:pt x="341" y="472"/>
                      <a:pt x="271" y="472"/>
                    </a:cubicBezTo>
                    <a:cubicBezTo>
                      <a:pt x="271" y="404"/>
                      <a:pt x="271" y="336"/>
                      <a:pt x="271" y="26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8" name=""/>
              <p:cNvSpPr/>
              <p:nvPr/>
            </p:nvSpPr>
            <p:spPr>
              <a:xfrm>
                <a:off x="1697400" y="3601080"/>
                <a:ext cx="89640" cy="163080"/>
              </a:xfrm>
              <a:custGeom>
                <a:avLst/>
                <a:gdLst/>
                <a:ahLst/>
                <a:rect l="0" t="0" r="r" b="b"/>
                <a:pathLst>
                  <a:path w="249" h="453">
                    <a:moveTo>
                      <a:pt x="154" y="17"/>
                    </a:moveTo>
                    <a:cubicBezTo>
                      <a:pt x="154" y="0"/>
                      <a:pt x="154" y="0"/>
                      <a:pt x="134" y="0"/>
                    </a:cubicBezTo>
                    <a:cubicBezTo>
                      <a:pt x="90" y="42"/>
                      <a:pt x="28" y="42"/>
                      <a:pt x="0" y="42"/>
                    </a:cubicBezTo>
                    <a:cubicBezTo>
                      <a:pt x="0" y="51"/>
                      <a:pt x="0" y="59"/>
                      <a:pt x="0" y="67"/>
                    </a:cubicBezTo>
                    <a:cubicBezTo>
                      <a:pt x="14" y="67"/>
                      <a:pt x="62" y="67"/>
                      <a:pt x="98" y="48"/>
                    </a:cubicBezTo>
                    <a:cubicBezTo>
                      <a:pt x="98" y="164"/>
                      <a:pt x="98" y="281"/>
                      <a:pt x="98" y="397"/>
                    </a:cubicBezTo>
                    <a:cubicBezTo>
                      <a:pt x="98" y="419"/>
                      <a:pt x="98" y="428"/>
                      <a:pt x="31" y="428"/>
                    </a:cubicBezTo>
                    <a:cubicBezTo>
                      <a:pt x="22" y="428"/>
                      <a:pt x="12" y="428"/>
                      <a:pt x="3" y="428"/>
                    </a:cubicBezTo>
                    <a:cubicBezTo>
                      <a:pt x="3" y="436"/>
                      <a:pt x="3" y="444"/>
                      <a:pt x="3" y="453"/>
                    </a:cubicBezTo>
                    <a:cubicBezTo>
                      <a:pt x="17" y="453"/>
                      <a:pt x="101" y="450"/>
                      <a:pt x="126" y="450"/>
                    </a:cubicBezTo>
                    <a:cubicBezTo>
                      <a:pt x="148" y="450"/>
                      <a:pt x="235" y="453"/>
                      <a:pt x="249" y="453"/>
                    </a:cubicBezTo>
                    <a:cubicBezTo>
                      <a:pt x="249" y="444"/>
                      <a:pt x="249" y="436"/>
                      <a:pt x="249" y="428"/>
                    </a:cubicBezTo>
                    <a:cubicBezTo>
                      <a:pt x="241" y="428"/>
                      <a:pt x="232" y="428"/>
                      <a:pt x="224" y="428"/>
                    </a:cubicBezTo>
                    <a:cubicBezTo>
                      <a:pt x="154" y="428"/>
                      <a:pt x="154" y="419"/>
                      <a:pt x="154" y="397"/>
                    </a:cubicBezTo>
                    <a:cubicBezTo>
                      <a:pt x="154" y="270"/>
                      <a:pt x="154" y="144"/>
                      <a:pt x="154" y="17"/>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59" name=""/>
              <p:cNvSpPr/>
              <p:nvPr/>
            </p:nvSpPr>
            <p:spPr>
              <a:xfrm>
                <a:off x="1859760" y="3854520"/>
                <a:ext cx="41040" cy="105480"/>
              </a:xfrm>
              <a:custGeom>
                <a:avLst/>
                <a:gdLst/>
                <a:ahLst/>
                <a:rect l="0" t="0" r="r" b="b"/>
                <a:pathLst>
                  <a:path w="114" h="293">
                    <a:moveTo>
                      <a:pt x="114" y="103"/>
                    </a:moveTo>
                    <a:cubicBezTo>
                      <a:pt x="114" y="39"/>
                      <a:pt x="89" y="0"/>
                      <a:pt x="50" y="0"/>
                    </a:cubicBezTo>
                    <a:cubicBezTo>
                      <a:pt x="19" y="0"/>
                      <a:pt x="0" y="25"/>
                      <a:pt x="0" y="53"/>
                    </a:cubicBezTo>
                    <a:cubicBezTo>
                      <a:pt x="0" y="78"/>
                      <a:pt x="19" y="103"/>
                      <a:pt x="50" y="103"/>
                    </a:cubicBezTo>
                    <a:cubicBezTo>
                      <a:pt x="61" y="103"/>
                      <a:pt x="75" y="100"/>
                      <a:pt x="84" y="92"/>
                    </a:cubicBezTo>
                    <a:cubicBezTo>
                      <a:pt x="89" y="89"/>
                      <a:pt x="87" y="90"/>
                      <a:pt x="89" y="89"/>
                    </a:cubicBezTo>
                    <a:cubicBezTo>
                      <a:pt x="92" y="89"/>
                      <a:pt x="92" y="89"/>
                      <a:pt x="92" y="103"/>
                    </a:cubicBezTo>
                    <a:cubicBezTo>
                      <a:pt x="92" y="176"/>
                      <a:pt x="58" y="234"/>
                      <a:pt x="25" y="268"/>
                    </a:cubicBezTo>
                    <a:cubicBezTo>
                      <a:pt x="14" y="276"/>
                      <a:pt x="14" y="279"/>
                      <a:pt x="14" y="282"/>
                    </a:cubicBezTo>
                    <a:cubicBezTo>
                      <a:pt x="14" y="290"/>
                      <a:pt x="19" y="293"/>
                      <a:pt x="25" y="293"/>
                    </a:cubicBezTo>
                    <a:cubicBezTo>
                      <a:pt x="36" y="293"/>
                      <a:pt x="114" y="218"/>
                      <a:pt x="114"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0" name=""/>
              <p:cNvSpPr/>
              <p:nvPr/>
            </p:nvSpPr>
            <p:spPr>
              <a:xfrm>
                <a:off x="1999800" y="3651480"/>
                <a:ext cx="298080" cy="240120"/>
              </a:xfrm>
              <a:custGeom>
                <a:avLst/>
                <a:gdLst/>
                <a:ahLst/>
                <a:rect l="0" t="0" r="r" b="b"/>
                <a:pathLst>
                  <a:path w="828" h="667">
                    <a:moveTo>
                      <a:pt x="705" y="103"/>
                    </a:moveTo>
                    <a:cubicBezTo>
                      <a:pt x="716" y="64"/>
                      <a:pt x="733" y="34"/>
                      <a:pt x="811" y="31"/>
                    </a:cubicBezTo>
                    <a:cubicBezTo>
                      <a:pt x="817" y="31"/>
                      <a:pt x="828" y="31"/>
                      <a:pt x="828" y="11"/>
                    </a:cubicBezTo>
                    <a:cubicBezTo>
                      <a:pt x="824" y="8"/>
                      <a:pt x="828" y="0"/>
                      <a:pt x="814" y="0"/>
                    </a:cubicBezTo>
                    <a:cubicBezTo>
                      <a:pt x="783" y="0"/>
                      <a:pt x="747" y="3"/>
                      <a:pt x="716" y="3"/>
                    </a:cubicBezTo>
                    <a:cubicBezTo>
                      <a:pt x="683" y="3"/>
                      <a:pt x="649" y="0"/>
                      <a:pt x="615" y="0"/>
                    </a:cubicBezTo>
                    <a:cubicBezTo>
                      <a:pt x="610" y="0"/>
                      <a:pt x="599" y="0"/>
                      <a:pt x="599" y="20"/>
                    </a:cubicBezTo>
                    <a:cubicBezTo>
                      <a:pt x="599" y="31"/>
                      <a:pt x="607" y="31"/>
                      <a:pt x="615" y="31"/>
                    </a:cubicBezTo>
                    <a:cubicBezTo>
                      <a:pt x="671" y="31"/>
                      <a:pt x="683" y="53"/>
                      <a:pt x="683" y="73"/>
                    </a:cubicBezTo>
                    <a:cubicBezTo>
                      <a:pt x="683" y="78"/>
                      <a:pt x="680" y="92"/>
                      <a:pt x="680" y="95"/>
                    </a:cubicBezTo>
                    <a:cubicBezTo>
                      <a:pt x="643" y="240"/>
                      <a:pt x="607" y="385"/>
                      <a:pt x="571" y="530"/>
                    </a:cubicBezTo>
                    <a:cubicBezTo>
                      <a:pt x="498" y="360"/>
                      <a:pt x="425" y="190"/>
                      <a:pt x="352" y="20"/>
                    </a:cubicBezTo>
                    <a:cubicBezTo>
                      <a:pt x="344" y="3"/>
                      <a:pt x="344" y="0"/>
                      <a:pt x="322" y="0"/>
                    </a:cubicBezTo>
                    <a:cubicBezTo>
                      <a:pt x="278" y="0"/>
                      <a:pt x="234" y="0"/>
                      <a:pt x="190" y="0"/>
                    </a:cubicBezTo>
                    <a:cubicBezTo>
                      <a:pt x="170" y="0"/>
                      <a:pt x="159" y="0"/>
                      <a:pt x="159" y="20"/>
                    </a:cubicBezTo>
                    <a:cubicBezTo>
                      <a:pt x="159" y="31"/>
                      <a:pt x="170" y="31"/>
                      <a:pt x="187" y="31"/>
                    </a:cubicBezTo>
                    <a:cubicBezTo>
                      <a:pt x="193" y="31"/>
                      <a:pt x="254" y="31"/>
                      <a:pt x="254" y="39"/>
                    </a:cubicBezTo>
                    <a:cubicBezTo>
                      <a:pt x="211" y="214"/>
                      <a:pt x="167" y="389"/>
                      <a:pt x="123" y="564"/>
                    </a:cubicBezTo>
                    <a:cubicBezTo>
                      <a:pt x="114" y="603"/>
                      <a:pt x="98" y="634"/>
                      <a:pt x="17" y="639"/>
                    </a:cubicBezTo>
                    <a:cubicBezTo>
                      <a:pt x="11" y="639"/>
                      <a:pt x="0" y="639"/>
                      <a:pt x="0" y="659"/>
                    </a:cubicBezTo>
                    <a:cubicBezTo>
                      <a:pt x="0" y="664"/>
                      <a:pt x="5" y="667"/>
                      <a:pt x="14" y="667"/>
                    </a:cubicBezTo>
                    <a:cubicBezTo>
                      <a:pt x="45" y="667"/>
                      <a:pt x="78" y="664"/>
                      <a:pt x="112" y="664"/>
                    </a:cubicBezTo>
                    <a:cubicBezTo>
                      <a:pt x="145" y="664"/>
                      <a:pt x="179" y="667"/>
                      <a:pt x="212" y="667"/>
                    </a:cubicBezTo>
                    <a:cubicBezTo>
                      <a:pt x="218" y="667"/>
                      <a:pt x="229" y="667"/>
                      <a:pt x="229" y="648"/>
                    </a:cubicBezTo>
                    <a:cubicBezTo>
                      <a:pt x="229" y="639"/>
                      <a:pt x="221" y="639"/>
                      <a:pt x="210" y="639"/>
                    </a:cubicBezTo>
                    <a:cubicBezTo>
                      <a:pt x="154" y="636"/>
                      <a:pt x="145" y="614"/>
                      <a:pt x="145" y="595"/>
                    </a:cubicBezTo>
                    <a:cubicBezTo>
                      <a:pt x="145" y="589"/>
                      <a:pt x="145" y="583"/>
                      <a:pt x="151" y="572"/>
                    </a:cubicBezTo>
                    <a:cubicBezTo>
                      <a:pt x="194" y="400"/>
                      <a:pt x="237" y="228"/>
                      <a:pt x="280" y="56"/>
                    </a:cubicBezTo>
                    <a:cubicBezTo>
                      <a:pt x="282" y="61"/>
                      <a:pt x="282" y="64"/>
                      <a:pt x="288" y="73"/>
                    </a:cubicBezTo>
                    <a:cubicBezTo>
                      <a:pt x="370" y="265"/>
                      <a:pt x="452" y="458"/>
                      <a:pt x="534" y="650"/>
                    </a:cubicBezTo>
                    <a:cubicBezTo>
                      <a:pt x="540" y="667"/>
                      <a:pt x="543" y="667"/>
                      <a:pt x="551" y="667"/>
                    </a:cubicBezTo>
                    <a:cubicBezTo>
                      <a:pt x="562" y="667"/>
                      <a:pt x="562" y="664"/>
                      <a:pt x="568" y="648"/>
                    </a:cubicBezTo>
                    <a:cubicBezTo>
                      <a:pt x="614" y="466"/>
                      <a:pt x="659" y="285"/>
                      <a:pt x="70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1" name=""/>
              <p:cNvSpPr/>
              <p:nvPr/>
            </p:nvSpPr>
            <p:spPr>
              <a:xfrm>
                <a:off x="2436840" y="3701880"/>
                <a:ext cx="176400" cy="203760"/>
              </a:xfrm>
              <a:custGeom>
                <a:avLst/>
                <a:gdLst/>
                <a:ahLst/>
                <a:rect l="0" t="0" r="r" b="b"/>
                <a:pathLst>
                  <a:path w="490" h="566">
                    <a:moveTo>
                      <a:pt x="457" y="304"/>
                    </a:moveTo>
                    <a:cubicBezTo>
                      <a:pt x="473" y="304"/>
                      <a:pt x="490" y="304"/>
                      <a:pt x="490" y="284"/>
                    </a:cubicBezTo>
                    <a:cubicBezTo>
                      <a:pt x="490" y="265"/>
                      <a:pt x="473" y="265"/>
                      <a:pt x="457" y="265"/>
                    </a:cubicBezTo>
                    <a:cubicBezTo>
                      <a:pt x="318" y="265"/>
                      <a:pt x="179" y="265"/>
                      <a:pt x="40" y="265"/>
                    </a:cubicBezTo>
                    <a:cubicBezTo>
                      <a:pt x="51" y="134"/>
                      <a:pt x="166" y="39"/>
                      <a:pt x="303" y="39"/>
                    </a:cubicBezTo>
                    <a:cubicBezTo>
                      <a:pt x="354" y="39"/>
                      <a:pt x="405" y="39"/>
                      <a:pt x="457" y="39"/>
                    </a:cubicBezTo>
                    <a:cubicBezTo>
                      <a:pt x="473" y="39"/>
                      <a:pt x="490" y="39"/>
                      <a:pt x="490" y="19"/>
                    </a:cubicBezTo>
                    <a:cubicBezTo>
                      <a:pt x="490" y="0"/>
                      <a:pt x="473" y="0"/>
                      <a:pt x="457" y="0"/>
                    </a:cubicBezTo>
                    <a:cubicBezTo>
                      <a:pt x="405" y="0"/>
                      <a:pt x="354" y="0"/>
                      <a:pt x="303" y="0"/>
                    </a:cubicBezTo>
                    <a:cubicBezTo>
                      <a:pt x="135" y="0"/>
                      <a:pt x="0" y="128"/>
                      <a:pt x="0" y="284"/>
                    </a:cubicBezTo>
                    <a:cubicBezTo>
                      <a:pt x="0" y="441"/>
                      <a:pt x="135" y="566"/>
                      <a:pt x="303" y="566"/>
                    </a:cubicBezTo>
                    <a:cubicBezTo>
                      <a:pt x="354" y="566"/>
                      <a:pt x="405" y="566"/>
                      <a:pt x="457" y="566"/>
                    </a:cubicBezTo>
                    <a:cubicBezTo>
                      <a:pt x="473" y="566"/>
                      <a:pt x="490" y="566"/>
                      <a:pt x="490" y="547"/>
                    </a:cubicBezTo>
                    <a:cubicBezTo>
                      <a:pt x="490" y="527"/>
                      <a:pt x="473" y="527"/>
                      <a:pt x="457" y="527"/>
                    </a:cubicBezTo>
                    <a:cubicBezTo>
                      <a:pt x="405" y="527"/>
                      <a:pt x="354" y="527"/>
                      <a:pt x="303" y="527"/>
                    </a:cubicBezTo>
                    <a:cubicBezTo>
                      <a:pt x="166" y="527"/>
                      <a:pt x="51" y="435"/>
                      <a:pt x="40" y="304"/>
                    </a:cubicBezTo>
                    <a:cubicBezTo>
                      <a:pt x="179" y="304"/>
                      <a:pt x="318" y="304"/>
                      <a:pt x="457" y="30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62" name=""/>
              <p:cNvSpPr/>
              <p:nvPr/>
            </p:nvSpPr>
            <p:spPr>
              <a:xfrm>
                <a:off x="2750400" y="3650400"/>
                <a:ext cx="239760" cy="248400"/>
              </a:xfrm>
              <a:custGeom>
                <a:avLst/>
                <a:gdLst/>
                <a:ahLst/>
                <a:rect l="0" t="0" r="r" b="b"/>
                <a:pathLst>
                  <a:path w="666" h="690">
                    <a:moveTo>
                      <a:pt x="87" y="90"/>
                    </a:moveTo>
                    <a:cubicBezTo>
                      <a:pt x="87" y="249"/>
                      <a:pt x="87" y="408"/>
                      <a:pt x="87" y="567"/>
                    </a:cubicBezTo>
                    <a:cubicBezTo>
                      <a:pt x="87" y="617"/>
                      <a:pt x="78" y="637"/>
                      <a:pt x="28" y="637"/>
                    </a:cubicBezTo>
                    <a:cubicBezTo>
                      <a:pt x="17" y="637"/>
                      <a:pt x="0" y="637"/>
                      <a:pt x="0" y="653"/>
                    </a:cubicBezTo>
                    <a:cubicBezTo>
                      <a:pt x="0" y="670"/>
                      <a:pt x="17" y="670"/>
                      <a:pt x="33" y="670"/>
                    </a:cubicBezTo>
                    <a:cubicBezTo>
                      <a:pt x="85" y="670"/>
                      <a:pt x="136" y="670"/>
                      <a:pt x="187" y="670"/>
                    </a:cubicBezTo>
                    <a:cubicBezTo>
                      <a:pt x="204" y="670"/>
                      <a:pt x="218" y="670"/>
                      <a:pt x="218" y="653"/>
                    </a:cubicBezTo>
                    <a:cubicBezTo>
                      <a:pt x="218" y="637"/>
                      <a:pt x="204" y="637"/>
                      <a:pt x="190" y="637"/>
                    </a:cubicBezTo>
                    <a:cubicBezTo>
                      <a:pt x="134" y="637"/>
                      <a:pt x="126" y="614"/>
                      <a:pt x="126" y="564"/>
                    </a:cubicBezTo>
                    <a:cubicBezTo>
                      <a:pt x="126" y="415"/>
                      <a:pt x="126" y="266"/>
                      <a:pt x="126" y="118"/>
                    </a:cubicBezTo>
                    <a:cubicBezTo>
                      <a:pt x="268" y="304"/>
                      <a:pt x="409" y="490"/>
                      <a:pt x="551" y="676"/>
                    </a:cubicBezTo>
                    <a:cubicBezTo>
                      <a:pt x="560" y="687"/>
                      <a:pt x="565" y="690"/>
                      <a:pt x="574" y="690"/>
                    </a:cubicBezTo>
                    <a:cubicBezTo>
                      <a:pt x="590" y="690"/>
                      <a:pt x="590" y="673"/>
                      <a:pt x="590" y="659"/>
                    </a:cubicBezTo>
                    <a:cubicBezTo>
                      <a:pt x="590" y="475"/>
                      <a:pt x="590" y="291"/>
                      <a:pt x="590" y="106"/>
                    </a:cubicBezTo>
                    <a:cubicBezTo>
                      <a:pt x="590" y="51"/>
                      <a:pt x="599" y="37"/>
                      <a:pt x="644" y="37"/>
                    </a:cubicBezTo>
                    <a:cubicBezTo>
                      <a:pt x="649" y="37"/>
                      <a:pt x="666" y="34"/>
                      <a:pt x="666" y="20"/>
                    </a:cubicBezTo>
                    <a:cubicBezTo>
                      <a:pt x="666" y="0"/>
                      <a:pt x="652" y="0"/>
                      <a:pt x="632" y="0"/>
                    </a:cubicBezTo>
                    <a:cubicBezTo>
                      <a:pt x="585" y="0"/>
                      <a:pt x="537" y="0"/>
                      <a:pt x="490" y="0"/>
                    </a:cubicBezTo>
                    <a:cubicBezTo>
                      <a:pt x="473" y="0"/>
                      <a:pt x="456" y="0"/>
                      <a:pt x="456" y="20"/>
                    </a:cubicBezTo>
                    <a:cubicBezTo>
                      <a:pt x="456" y="37"/>
                      <a:pt x="473" y="37"/>
                      <a:pt x="484" y="37"/>
                    </a:cubicBezTo>
                    <a:cubicBezTo>
                      <a:pt x="540" y="37"/>
                      <a:pt x="548" y="56"/>
                      <a:pt x="548" y="109"/>
                    </a:cubicBezTo>
                    <a:cubicBezTo>
                      <a:pt x="548" y="211"/>
                      <a:pt x="548" y="312"/>
                      <a:pt x="548" y="413"/>
                    </a:cubicBezTo>
                    <a:cubicBezTo>
                      <a:pt x="450" y="280"/>
                      <a:pt x="351" y="147"/>
                      <a:pt x="252" y="14"/>
                    </a:cubicBezTo>
                    <a:cubicBezTo>
                      <a:pt x="241" y="0"/>
                      <a:pt x="238" y="0"/>
                      <a:pt x="215" y="0"/>
                    </a:cubicBezTo>
                    <a:cubicBezTo>
                      <a:pt x="158" y="0"/>
                      <a:pt x="102" y="0"/>
                      <a:pt x="45" y="0"/>
                    </a:cubicBezTo>
                    <a:cubicBezTo>
                      <a:pt x="28" y="0"/>
                      <a:pt x="11" y="0"/>
                      <a:pt x="11" y="20"/>
                    </a:cubicBezTo>
                    <a:cubicBezTo>
                      <a:pt x="11" y="34"/>
                      <a:pt x="28" y="37"/>
                      <a:pt x="33" y="37"/>
                    </a:cubicBezTo>
                    <a:cubicBezTo>
                      <a:pt x="59" y="39"/>
                      <a:pt x="78" y="53"/>
                      <a:pt x="87" y="67"/>
                    </a:cubicBezTo>
                    <a:cubicBezTo>
                      <a:pt x="87" y="73"/>
                      <a:pt x="87" y="76"/>
                      <a:pt x="87" y="90"/>
                    </a:cubicBezTo>
                    <a:moveTo>
                      <a:pt x="554" y="623"/>
                    </a:moveTo>
                    <a:cubicBezTo>
                      <a:pt x="411" y="435"/>
                      <a:pt x="269" y="247"/>
                      <a:pt x="126" y="59"/>
                    </a:cubicBezTo>
                    <a:cubicBezTo>
                      <a:pt x="117" y="48"/>
                      <a:pt x="117" y="45"/>
                      <a:pt x="106" y="37"/>
                    </a:cubicBezTo>
                    <a:cubicBezTo>
                      <a:pt x="145" y="37"/>
                      <a:pt x="185" y="37"/>
                      <a:pt x="224" y="37"/>
                    </a:cubicBezTo>
                    <a:cubicBezTo>
                      <a:pt x="334" y="185"/>
                      <a:pt x="444" y="332"/>
                      <a:pt x="554" y="480"/>
                    </a:cubicBezTo>
                    <a:cubicBezTo>
                      <a:pt x="554" y="528"/>
                      <a:pt x="554" y="575"/>
                      <a:pt x="554" y="62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
        <p:nvSpPr>
          <p:cNvPr id="263" name=""/>
          <p:cNvSpPr/>
          <p:nvPr/>
        </p:nvSpPr>
        <p:spPr>
          <a:xfrm>
            <a:off x="108000" y="3492000"/>
            <a:ext cx="2916000" cy="540000"/>
          </a:xfrm>
          <a:prstGeom prst="rect">
            <a:avLst/>
          </a:prstGeom>
          <a:noFill/>
          <a:ln w="29160">
            <a:solidFill>
              <a:srgbClr val="ff0000"/>
            </a:solidFill>
            <a:round/>
          </a:ln>
        </p:spPr>
        <p:style>
          <a:lnRef idx="0"/>
          <a:fillRef idx="0"/>
          <a:effectRef idx="0"/>
          <a:fontRef idx="minor"/>
        </p:style>
        <p:txBody>
          <a:bodyPr wrap="none" lIns="95400" rIns="95400" tIns="50400" bIns="50400" anchor="ctr">
            <a:noAutofit/>
          </a:bodyPr>
          <a:p>
            <a:endParaRPr b="0" lang="en-GB"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Real universe </a:t>
            </a:r>
            <a:endParaRPr b="0" lang="en-GB" sz="3300" spc="-1" strike="noStrike">
              <a:solidFill>
                <a:srgbClr val="ffffff"/>
              </a:solidFill>
              <a:latin typeface="Arial"/>
            </a:endParaRPr>
          </a:p>
        </p:txBody>
      </p:sp>
      <p:sp>
        <p:nvSpPr>
          <p:cNvPr id="265" name="PlaceHolder 2"/>
          <p:cNvSpPr>
            <a:spLocks noGrp="1"/>
          </p:cNvSpPr>
          <p:nvPr>
            <p:ph/>
          </p:nvPr>
        </p:nvSpPr>
        <p:spPr>
          <a:xfrm>
            <a:off x="360000" y="2052000"/>
            <a:ext cx="4140000" cy="2520360"/>
          </a:xfrm>
          <a:prstGeom prst="rect">
            <a:avLst/>
          </a:prstGeom>
          <a:noFill/>
          <a:ln w="0">
            <a:noFill/>
          </a:ln>
        </p:spPr>
        <p:txBody>
          <a:bodyPr lIns="0" rIns="0" tIns="0" bIns="0" anchor="t">
            <a:normAutofit/>
          </a:bodyPr>
          <a:p>
            <a:pPr marL="432000" indent="-324000">
              <a:lnSpc>
                <a:spcPct val="100000"/>
              </a:lnSpc>
              <a:spcBef>
                <a:spcPts val="1191"/>
              </a:spcBef>
              <a:spcAft>
                <a:spcPts val="992"/>
              </a:spcAft>
              <a:buClr>
                <a:srgbClr val="000000"/>
              </a:buClr>
              <a:buSzPct val="45000"/>
              <a:buFont typeface="Wingdings" charset="2"/>
              <a:buChar char=""/>
            </a:pPr>
            <a:r>
              <a:rPr b="0" lang="en-GB" sz="2400" spc="-1" strike="noStrike">
                <a:solidFill>
                  <a:srgbClr val="000000"/>
                </a:solidFill>
                <a:latin typeface="Arial"/>
              </a:rPr>
              <a:t>Include matter, radiation anisotropy etc </a:t>
            </a:r>
            <a:r>
              <a:rPr b="0" lang="en-GB" sz="2000" spc="-1" strike="noStrike">
                <a:solidFill>
                  <a:srgbClr val="000000"/>
                </a:solidFill>
                <a:latin typeface="Arial"/>
              </a:rPr>
              <a:t>[2111.14588]</a:t>
            </a:r>
            <a:r>
              <a:rPr b="0" lang="en-GB" sz="2400" spc="-1" strike="noStrike">
                <a:solidFill>
                  <a:srgbClr val="000000"/>
                </a:solidFill>
                <a:latin typeface="Arial"/>
              </a:rPr>
              <a:t>.</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The cosmological parameters must satisfy the constraint:</a:t>
            </a:r>
            <a:endParaRPr b="0" lang="en-GB" sz="2400" spc="-1" strike="noStrike">
              <a:solidFill>
                <a:srgbClr val="000000"/>
              </a:solidFill>
              <a:latin typeface="Arial"/>
            </a:endParaRPr>
          </a:p>
        </p:txBody>
      </p:sp>
      <p:pic>
        <p:nvPicPr>
          <p:cNvPr id="266" name="" descr=""/>
          <p:cNvPicPr/>
          <p:nvPr/>
        </p:nvPicPr>
        <p:blipFill>
          <a:blip r:embed="rId1">
            <a:alphaModFix amt="70000"/>
          </a:blip>
          <a:stretch/>
        </p:blipFill>
        <p:spPr>
          <a:xfrm>
            <a:off x="4320000" y="1260000"/>
            <a:ext cx="5851800" cy="4536000"/>
          </a:xfrm>
          <a:prstGeom prst="rect">
            <a:avLst/>
          </a:prstGeom>
          <a:ln w="18000">
            <a:noFill/>
          </a:ln>
        </p:spPr>
      </p:pic>
      <p:grpSp>
        <p:nvGrpSpPr>
          <p:cNvPr id="267" name=""/>
          <p:cNvGrpSpPr/>
          <p:nvPr/>
        </p:nvGrpSpPr>
        <p:grpSpPr>
          <a:xfrm>
            <a:off x="576000" y="4039200"/>
            <a:ext cx="3558240" cy="352800"/>
            <a:chOff x="576000" y="4039200"/>
            <a:chExt cx="3558240" cy="352800"/>
          </a:xfrm>
        </p:grpSpPr>
        <p:grpSp>
          <p:nvGrpSpPr>
            <p:cNvPr id="268" name=""/>
            <p:cNvGrpSpPr/>
            <p:nvPr/>
          </p:nvGrpSpPr>
          <p:grpSpPr>
            <a:xfrm>
              <a:off x="576000" y="4039200"/>
              <a:ext cx="3558240" cy="352800"/>
              <a:chOff x="576000" y="4039200"/>
              <a:chExt cx="3558240" cy="352800"/>
            </a:xfrm>
          </p:grpSpPr>
          <p:sp>
            <p:nvSpPr>
              <p:cNvPr id="269" name=""/>
              <p:cNvSpPr/>
              <p:nvPr/>
            </p:nvSpPr>
            <p:spPr>
              <a:xfrm>
                <a:off x="594000" y="4057200"/>
                <a:ext cx="3521880" cy="316800"/>
              </a:xfrm>
              <a:custGeom>
                <a:avLst/>
                <a:gdLst/>
                <a:ahLst/>
                <a:rect l="0" t="0" r="r" b="b"/>
                <a:pathLst>
                  <a:path w="9783" h="880">
                    <a:moveTo>
                      <a:pt x="0" y="0"/>
                    </a:moveTo>
                    <a:cubicBezTo>
                      <a:pt x="3261" y="0"/>
                      <a:pt x="6522" y="0"/>
                      <a:pt x="9783" y="0"/>
                    </a:cubicBezTo>
                    <a:cubicBezTo>
                      <a:pt x="9783" y="293"/>
                      <a:pt x="9783" y="586"/>
                      <a:pt x="9783" y="880"/>
                    </a:cubicBezTo>
                    <a:cubicBezTo>
                      <a:pt x="6522" y="880"/>
                      <a:pt x="3261" y="880"/>
                      <a:pt x="0" y="880"/>
                    </a:cubicBezTo>
                    <a:cubicBezTo>
                      <a:pt x="0" y="586"/>
                      <a:pt x="0" y="29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0" name=""/>
              <p:cNvSpPr/>
              <p:nvPr/>
            </p:nvSpPr>
            <p:spPr>
              <a:xfrm>
                <a:off x="576000" y="4051080"/>
                <a:ext cx="262080" cy="252360"/>
              </a:xfrm>
              <a:custGeom>
                <a:avLst/>
                <a:gdLst/>
                <a:ahLst/>
                <a:rect l="0" t="0" r="r" b="b"/>
                <a:pathLst>
                  <a:path w="728" h="701">
                    <a:moveTo>
                      <a:pt x="389" y="17"/>
                    </a:moveTo>
                    <a:cubicBezTo>
                      <a:pt x="383" y="6"/>
                      <a:pt x="381" y="0"/>
                      <a:pt x="364" y="0"/>
                    </a:cubicBezTo>
                    <a:cubicBezTo>
                      <a:pt x="347" y="0"/>
                      <a:pt x="344" y="6"/>
                      <a:pt x="339" y="17"/>
                    </a:cubicBezTo>
                    <a:cubicBezTo>
                      <a:pt x="228" y="238"/>
                      <a:pt x="117" y="460"/>
                      <a:pt x="6" y="681"/>
                    </a:cubicBezTo>
                    <a:cubicBezTo>
                      <a:pt x="0" y="690"/>
                      <a:pt x="2" y="689"/>
                      <a:pt x="0" y="693"/>
                    </a:cubicBezTo>
                    <a:cubicBezTo>
                      <a:pt x="0" y="701"/>
                      <a:pt x="6" y="701"/>
                      <a:pt x="22" y="701"/>
                    </a:cubicBezTo>
                    <a:cubicBezTo>
                      <a:pt x="250" y="701"/>
                      <a:pt x="478" y="701"/>
                      <a:pt x="705" y="701"/>
                    </a:cubicBezTo>
                    <a:cubicBezTo>
                      <a:pt x="719" y="701"/>
                      <a:pt x="728" y="701"/>
                      <a:pt x="728" y="693"/>
                    </a:cubicBezTo>
                    <a:cubicBezTo>
                      <a:pt x="726" y="689"/>
                      <a:pt x="728" y="690"/>
                      <a:pt x="722" y="681"/>
                    </a:cubicBezTo>
                    <a:cubicBezTo>
                      <a:pt x="611" y="460"/>
                      <a:pt x="500" y="238"/>
                      <a:pt x="389" y="17"/>
                    </a:cubicBezTo>
                    <a:moveTo>
                      <a:pt x="333" y="98"/>
                    </a:moveTo>
                    <a:cubicBezTo>
                      <a:pt x="421" y="275"/>
                      <a:pt x="509" y="451"/>
                      <a:pt x="596" y="628"/>
                    </a:cubicBezTo>
                    <a:cubicBezTo>
                      <a:pt x="420" y="628"/>
                      <a:pt x="244" y="628"/>
                      <a:pt x="67" y="628"/>
                    </a:cubicBezTo>
                    <a:cubicBezTo>
                      <a:pt x="156" y="451"/>
                      <a:pt x="244" y="275"/>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1" name=""/>
              <p:cNvSpPr/>
              <p:nvPr/>
            </p:nvSpPr>
            <p:spPr>
              <a:xfrm>
                <a:off x="874440" y="4059360"/>
                <a:ext cx="160200" cy="248400"/>
              </a:xfrm>
              <a:custGeom>
                <a:avLst/>
                <a:gdLst/>
                <a:ahLst/>
                <a:rect l="0" t="0" r="r" b="b"/>
                <a:pathLst>
                  <a:path w="445" h="690">
                    <a:moveTo>
                      <a:pt x="227" y="11"/>
                    </a:moveTo>
                    <a:cubicBezTo>
                      <a:pt x="227" y="8"/>
                      <a:pt x="227" y="0"/>
                      <a:pt x="216" y="0"/>
                    </a:cubicBezTo>
                    <a:cubicBezTo>
                      <a:pt x="193" y="0"/>
                      <a:pt x="120" y="8"/>
                      <a:pt x="95" y="8"/>
                    </a:cubicBezTo>
                    <a:cubicBezTo>
                      <a:pt x="87" y="11"/>
                      <a:pt x="76" y="11"/>
                      <a:pt x="76" y="28"/>
                    </a:cubicBezTo>
                    <a:cubicBezTo>
                      <a:pt x="76" y="42"/>
                      <a:pt x="84" y="42"/>
                      <a:pt x="101" y="42"/>
                    </a:cubicBezTo>
                    <a:cubicBezTo>
                      <a:pt x="148" y="42"/>
                      <a:pt x="148" y="47"/>
                      <a:pt x="148" y="59"/>
                    </a:cubicBezTo>
                    <a:cubicBezTo>
                      <a:pt x="147" y="65"/>
                      <a:pt x="146" y="72"/>
                      <a:pt x="146" y="78"/>
                    </a:cubicBezTo>
                    <a:cubicBezTo>
                      <a:pt x="98" y="265"/>
                      <a:pt x="50" y="452"/>
                      <a:pt x="3" y="640"/>
                    </a:cubicBezTo>
                    <a:cubicBezTo>
                      <a:pt x="0" y="653"/>
                      <a:pt x="0" y="656"/>
                      <a:pt x="0" y="662"/>
                    </a:cubicBezTo>
                    <a:cubicBezTo>
                      <a:pt x="0" y="684"/>
                      <a:pt x="20" y="690"/>
                      <a:pt x="28" y="690"/>
                    </a:cubicBezTo>
                    <a:cubicBezTo>
                      <a:pt x="42" y="690"/>
                      <a:pt x="56" y="681"/>
                      <a:pt x="62" y="670"/>
                    </a:cubicBezTo>
                    <a:cubicBezTo>
                      <a:pt x="67" y="659"/>
                      <a:pt x="112" y="480"/>
                      <a:pt x="118" y="455"/>
                    </a:cubicBezTo>
                    <a:cubicBezTo>
                      <a:pt x="151" y="458"/>
                      <a:pt x="230" y="475"/>
                      <a:pt x="230" y="539"/>
                    </a:cubicBezTo>
                    <a:cubicBezTo>
                      <a:pt x="230" y="545"/>
                      <a:pt x="230" y="550"/>
                      <a:pt x="227" y="559"/>
                    </a:cubicBezTo>
                    <a:cubicBezTo>
                      <a:pt x="227" y="570"/>
                      <a:pt x="224" y="581"/>
                      <a:pt x="224" y="592"/>
                    </a:cubicBezTo>
                    <a:cubicBezTo>
                      <a:pt x="224" y="651"/>
                      <a:pt x="263" y="690"/>
                      <a:pt x="314" y="690"/>
                    </a:cubicBezTo>
                    <a:cubicBezTo>
                      <a:pt x="344" y="690"/>
                      <a:pt x="369" y="673"/>
                      <a:pt x="392" y="637"/>
                    </a:cubicBezTo>
                    <a:cubicBezTo>
                      <a:pt x="417" y="595"/>
                      <a:pt x="428" y="542"/>
                      <a:pt x="428" y="539"/>
                    </a:cubicBezTo>
                    <a:cubicBezTo>
                      <a:pt x="428" y="531"/>
                      <a:pt x="417" y="531"/>
                      <a:pt x="414" y="531"/>
                    </a:cubicBezTo>
                    <a:cubicBezTo>
                      <a:pt x="406" y="531"/>
                      <a:pt x="406" y="533"/>
                      <a:pt x="403" y="547"/>
                    </a:cubicBezTo>
                    <a:cubicBezTo>
                      <a:pt x="381" y="617"/>
                      <a:pt x="358" y="667"/>
                      <a:pt x="316" y="667"/>
                    </a:cubicBezTo>
                    <a:cubicBezTo>
                      <a:pt x="297" y="667"/>
                      <a:pt x="286" y="656"/>
                      <a:pt x="286" y="623"/>
                    </a:cubicBezTo>
                    <a:cubicBezTo>
                      <a:pt x="286" y="606"/>
                      <a:pt x="288" y="584"/>
                      <a:pt x="294" y="567"/>
                    </a:cubicBezTo>
                    <a:cubicBezTo>
                      <a:pt x="297" y="550"/>
                      <a:pt x="297" y="547"/>
                      <a:pt x="297" y="536"/>
                    </a:cubicBezTo>
                    <a:cubicBezTo>
                      <a:pt x="297" y="475"/>
                      <a:pt x="235" y="444"/>
                      <a:pt x="151" y="433"/>
                    </a:cubicBezTo>
                    <a:cubicBezTo>
                      <a:pt x="182" y="416"/>
                      <a:pt x="213" y="385"/>
                      <a:pt x="235" y="363"/>
                    </a:cubicBezTo>
                    <a:cubicBezTo>
                      <a:pt x="283" y="310"/>
                      <a:pt x="328" y="268"/>
                      <a:pt x="375" y="268"/>
                    </a:cubicBezTo>
                    <a:cubicBezTo>
                      <a:pt x="381" y="268"/>
                      <a:pt x="383" y="268"/>
                      <a:pt x="386" y="268"/>
                    </a:cubicBezTo>
                    <a:cubicBezTo>
                      <a:pt x="397" y="271"/>
                      <a:pt x="397" y="271"/>
                      <a:pt x="406" y="276"/>
                    </a:cubicBezTo>
                    <a:cubicBezTo>
                      <a:pt x="409" y="276"/>
                      <a:pt x="408" y="278"/>
                      <a:pt x="409" y="279"/>
                    </a:cubicBezTo>
                    <a:cubicBezTo>
                      <a:pt x="361" y="285"/>
                      <a:pt x="353" y="321"/>
                      <a:pt x="353" y="332"/>
                    </a:cubicBezTo>
                    <a:cubicBezTo>
                      <a:pt x="353" y="349"/>
                      <a:pt x="364" y="369"/>
                      <a:pt x="392" y="369"/>
                    </a:cubicBezTo>
                    <a:cubicBezTo>
                      <a:pt x="417" y="369"/>
                      <a:pt x="445" y="346"/>
                      <a:pt x="445" y="307"/>
                    </a:cubicBezTo>
                    <a:cubicBezTo>
                      <a:pt x="445" y="279"/>
                      <a:pt x="423" y="246"/>
                      <a:pt x="378" y="246"/>
                    </a:cubicBezTo>
                    <a:cubicBezTo>
                      <a:pt x="350" y="246"/>
                      <a:pt x="305" y="254"/>
                      <a:pt x="235" y="332"/>
                    </a:cubicBezTo>
                    <a:cubicBezTo>
                      <a:pt x="202" y="369"/>
                      <a:pt x="162" y="408"/>
                      <a:pt x="126" y="424"/>
                    </a:cubicBezTo>
                    <a:cubicBezTo>
                      <a:pt x="160" y="287"/>
                      <a:pt x="193"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2" name=""/>
              <p:cNvSpPr/>
              <p:nvPr/>
            </p:nvSpPr>
            <p:spPr>
              <a:xfrm>
                <a:off x="1085040" y="4039200"/>
                <a:ext cx="82800" cy="352800"/>
              </a:xfrm>
              <a:custGeom>
                <a:avLst/>
                <a:gdLst/>
                <a:ahLst/>
                <a:rect l="0" t="0" r="r" b="b"/>
                <a:pathLst>
                  <a:path w="230" h="980">
                    <a:moveTo>
                      <a:pt x="230" y="969"/>
                    </a:moveTo>
                    <a:cubicBezTo>
                      <a:pt x="230" y="966"/>
                      <a:pt x="230" y="966"/>
                      <a:pt x="213" y="949"/>
                    </a:cubicBezTo>
                    <a:cubicBezTo>
                      <a:pt x="90" y="824"/>
                      <a:pt x="59" y="640"/>
                      <a:pt x="59" y="489"/>
                    </a:cubicBezTo>
                    <a:cubicBezTo>
                      <a:pt x="59" y="318"/>
                      <a:pt x="95" y="148"/>
                      <a:pt x="216" y="28"/>
                    </a:cubicBezTo>
                    <a:cubicBezTo>
                      <a:pt x="230" y="14"/>
                      <a:pt x="230" y="14"/>
                      <a:pt x="230" y="11"/>
                    </a:cubicBezTo>
                    <a:cubicBezTo>
                      <a:pt x="230" y="3"/>
                      <a:pt x="224" y="0"/>
                      <a:pt x="218" y="0"/>
                    </a:cubicBezTo>
                    <a:cubicBezTo>
                      <a:pt x="210" y="0"/>
                      <a:pt x="120" y="67"/>
                      <a:pt x="62" y="193"/>
                    </a:cubicBezTo>
                    <a:cubicBezTo>
                      <a:pt x="11" y="299"/>
                      <a:pt x="0" y="408"/>
                      <a:pt x="0" y="489"/>
                    </a:cubicBezTo>
                    <a:cubicBezTo>
                      <a:pt x="0" y="567"/>
                      <a:pt x="11" y="684"/>
                      <a:pt x="64" y="796"/>
                    </a:cubicBezTo>
                    <a:cubicBezTo>
                      <a:pt x="126" y="916"/>
                      <a:pt x="210" y="980"/>
                      <a:pt x="218" y="980"/>
                    </a:cubicBezTo>
                    <a:cubicBezTo>
                      <a:pt x="224" y="980"/>
                      <a:pt x="230" y="977"/>
                      <a:pt x="230" y="96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3" name=""/>
              <p:cNvSpPr/>
              <p:nvPr/>
            </p:nvSpPr>
            <p:spPr>
              <a:xfrm>
                <a:off x="1203840" y="4055400"/>
                <a:ext cx="223560" cy="248400"/>
              </a:xfrm>
              <a:custGeom>
                <a:avLst/>
                <a:gdLst/>
                <a:ahLst/>
                <a:rect l="0" t="0" r="r" b="b"/>
                <a:pathLst>
                  <a:path w="621" h="690">
                    <a:moveTo>
                      <a:pt x="621" y="531"/>
                    </a:moveTo>
                    <a:cubicBezTo>
                      <a:pt x="613" y="531"/>
                      <a:pt x="605" y="531"/>
                      <a:pt x="596" y="531"/>
                    </a:cubicBezTo>
                    <a:cubicBezTo>
                      <a:pt x="591" y="556"/>
                      <a:pt x="588" y="581"/>
                      <a:pt x="579" y="603"/>
                    </a:cubicBezTo>
                    <a:cubicBezTo>
                      <a:pt x="574" y="620"/>
                      <a:pt x="571" y="626"/>
                      <a:pt x="515" y="626"/>
                    </a:cubicBezTo>
                    <a:cubicBezTo>
                      <a:pt x="489" y="626"/>
                      <a:pt x="463" y="626"/>
                      <a:pt x="437" y="626"/>
                    </a:cubicBezTo>
                    <a:cubicBezTo>
                      <a:pt x="448" y="572"/>
                      <a:pt x="479" y="525"/>
                      <a:pt x="523" y="461"/>
                    </a:cubicBezTo>
                    <a:cubicBezTo>
                      <a:pt x="568" y="391"/>
                      <a:pt x="610" y="324"/>
                      <a:pt x="610" y="246"/>
                    </a:cubicBezTo>
                    <a:cubicBezTo>
                      <a:pt x="610" y="109"/>
                      <a:pt x="476" y="0"/>
                      <a:pt x="311" y="0"/>
                    </a:cubicBezTo>
                    <a:cubicBezTo>
                      <a:pt x="143" y="0"/>
                      <a:pt x="11" y="112"/>
                      <a:pt x="11" y="246"/>
                    </a:cubicBezTo>
                    <a:cubicBezTo>
                      <a:pt x="11" y="324"/>
                      <a:pt x="50" y="391"/>
                      <a:pt x="98" y="461"/>
                    </a:cubicBezTo>
                    <a:cubicBezTo>
                      <a:pt x="140" y="525"/>
                      <a:pt x="171" y="572"/>
                      <a:pt x="185" y="626"/>
                    </a:cubicBezTo>
                    <a:cubicBezTo>
                      <a:pt x="159" y="626"/>
                      <a:pt x="132" y="626"/>
                      <a:pt x="106" y="626"/>
                    </a:cubicBezTo>
                    <a:cubicBezTo>
                      <a:pt x="48" y="626"/>
                      <a:pt x="45" y="620"/>
                      <a:pt x="42" y="603"/>
                    </a:cubicBezTo>
                    <a:cubicBezTo>
                      <a:pt x="34" y="581"/>
                      <a:pt x="28" y="556"/>
                      <a:pt x="22" y="531"/>
                    </a:cubicBezTo>
                    <a:cubicBezTo>
                      <a:pt x="15" y="531"/>
                      <a:pt x="7" y="531"/>
                      <a:pt x="0" y="531"/>
                    </a:cubicBezTo>
                    <a:cubicBezTo>
                      <a:pt x="10" y="584"/>
                      <a:pt x="21" y="637"/>
                      <a:pt x="31" y="690"/>
                    </a:cubicBezTo>
                    <a:cubicBezTo>
                      <a:pt x="83" y="690"/>
                      <a:pt x="135" y="690"/>
                      <a:pt x="188" y="690"/>
                    </a:cubicBezTo>
                    <a:cubicBezTo>
                      <a:pt x="210" y="690"/>
                      <a:pt x="213" y="690"/>
                      <a:pt x="213" y="670"/>
                    </a:cubicBezTo>
                    <a:cubicBezTo>
                      <a:pt x="213" y="600"/>
                      <a:pt x="182" y="514"/>
                      <a:pt x="160" y="452"/>
                    </a:cubicBezTo>
                    <a:cubicBezTo>
                      <a:pt x="140" y="397"/>
                      <a:pt x="112" y="318"/>
                      <a:pt x="112" y="246"/>
                    </a:cubicBezTo>
                    <a:cubicBezTo>
                      <a:pt x="112" y="89"/>
                      <a:pt x="221" y="22"/>
                      <a:pt x="311" y="22"/>
                    </a:cubicBezTo>
                    <a:cubicBezTo>
                      <a:pt x="403" y="22"/>
                      <a:pt x="509" y="92"/>
                      <a:pt x="509" y="246"/>
                    </a:cubicBezTo>
                    <a:cubicBezTo>
                      <a:pt x="509" y="318"/>
                      <a:pt x="481" y="394"/>
                      <a:pt x="453" y="472"/>
                    </a:cubicBezTo>
                    <a:cubicBezTo>
                      <a:pt x="439" y="514"/>
                      <a:pt x="406" y="603"/>
                      <a:pt x="406" y="670"/>
                    </a:cubicBezTo>
                    <a:cubicBezTo>
                      <a:pt x="406" y="690"/>
                      <a:pt x="409" y="690"/>
                      <a:pt x="431" y="690"/>
                    </a:cubicBezTo>
                    <a:cubicBezTo>
                      <a:pt x="483" y="690"/>
                      <a:pt x="536" y="690"/>
                      <a:pt x="588" y="690"/>
                    </a:cubicBezTo>
                    <a:cubicBezTo>
                      <a:pt x="599" y="637"/>
                      <a:pt x="610" y="584"/>
                      <a:pt x="621"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4" name=""/>
              <p:cNvSpPr/>
              <p:nvPr/>
            </p:nvSpPr>
            <p:spPr>
              <a:xfrm>
                <a:off x="1460880" y="4187880"/>
                <a:ext cx="225720" cy="168840"/>
              </a:xfrm>
              <a:custGeom>
                <a:avLst/>
                <a:gdLst/>
                <a:ahLst/>
                <a:rect l="0" t="0" r="r" b="b"/>
                <a:pathLst>
                  <a:path w="627" h="469">
                    <a:moveTo>
                      <a:pt x="347" y="193"/>
                    </a:moveTo>
                    <a:cubicBezTo>
                      <a:pt x="344" y="187"/>
                      <a:pt x="343" y="187"/>
                      <a:pt x="342" y="184"/>
                    </a:cubicBezTo>
                    <a:cubicBezTo>
                      <a:pt x="347" y="180"/>
                      <a:pt x="342" y="182"/>
                      <a:pt x="358" y="170"/>
                    </a:cubicBezTo>
                    <a:cubicBezTo>
                      <a:pt x="382" y="155"/>
                      <a:pt x="405" y="139"/>
                      <a:pt x="428" y="123"/>
                    </a:cubicBezTo>
                    <a:cubicBezTo>
                      <a:pt x="518" y="59"/>
                      <a:pt x="560" y="28"/>
                      <a:pt x="610" y="25"/>
                    </a:cubicBezTo>
                    <a:cubicBezTo>
                      <a:pt x="619" y="25"/>
                      <a:pt x="627" y="22"/>
                      <a:pt x="627" y="11"/>
                    </a:cubicBezTo>
                    <a:cubicBezTo>
                      <a:pt x="627" y="6"/>
                      <a:pt x="621" y="0"/>
                      <a:pt x="616" y="0"/>
                    </a:cubicBezTo>
                    <a:cubicBezTo>
                      <a:pt x="602" y="0"/>
                      <a:pt x="585" y="3"/>
                      <a:pt x="568" y="3"/>
                    </a:cubicBezTo>
                    <a:cubicBezTo>
                      <a:pt x="551" y="3"/>
                      <a:pt x="504" y="0"/>
                      <a:pt x="487" y="0"/>
                    </a:cubicBezTo>
                    <a:cubicBezTo>
                      <a:pt x="481" y="0"/>
                      <a:pt x="473" y="0"/>
                      <a:pt x="473" y="17"/>
                    </a:cubicBezTo>
                    <a:cubicBezTo>
                      <a:pt x="476" y="20"/>
                      <a:pt x="473" y="25"/>
                      <a:pt x="481" y="25"/>
                    </a:cubicBezTo>
                    <a:cubicBezTo>
                      <a:pt x="490" y="25"/>
                      <a:pt x="498" y="28"/>
                      <a:pt x="498" y="34"/>
                    </a:cubicBezTo>
                    <a:cubicBezTo>
                      <a:pt x="498" y="47"/>
                      <a:pt x="479" y="61"/>
                      <a:pt x="470" y="67"/>
                    </a:cubicBezTo>
                    <a:cubicBezTo>
                      <a:pt x="374" y="135"/>
                      <a:pt x="278" y="203"/>
                      <a:pt x="182" y="271"/>
                    </a:cubicBezTo>
                    <a:cubicBezTo>
                      <a:pt x="200" y="198"/>
                      <a:pt x="217" y="126"/>
                      <a:pt x="235" y="53"/>
                    </a:cubicBezTo>
                    <a:cubicBezTo>
                      <a:pt x="244" y="31"/>
                      <a:pt x="244" y="25"/>
                      <a:pt x="297" y="25"/>
                    </a:cubicBezTo>
                    <a:cubicBezTo>
                      <a:pt x="308" y="25"/>
                      <a:pt x="316" y="25"/>
                      <a:pt x="316" y="11"/>
                    </a:cubicBezTo>
                    <a:cubicBezTo>
                      <a:pt x="316" y="6"/>
                      <a:pt x="314" y="0"/>
                      <a:pt x="308" y="0"/>
                    </a:cubicBezTo>
                    <a:cubicBezTo>
                      <a:pt x="286" y="0"/>
                      <a:pt x="235" y="3"/>
                      <a:pt x="216" y="3"/>
                    </a:cubicBezTo>
                    <a:cubicBezTo>
                      <a:pt x="204" y="3"/>
                      <a:pt x="179" y="3"/>
                      <a:pt x="168" y="3"/>
                    </a:cubicBezTo>
                    <a:cubicBezTo>
                      <a:pt x="154" y="3"/>
                      <a:pt x="137" y="0"/>
                      <a:pt x="126" y="0"/>
                    </a:cubicBezTo>
                    <a:cubicBezTo>
                      <a:pt x="120" y="0"/>
                      <a:pt x="112" y="0"/>
                      <a:pt x="112" y="17"/>
                    </a:cubicBezTo>
                    <a:cubicBezTo>
                      <a:pt x="112" y="25"/>
                      <a:pt x="118" y="25"/>
                      <a:pt x="134" y="25"/>
                    </a:cubicBezTo>
                    <a:cubicBezTo>
                      <a:pt x="146" y="25"/>
                      <a:pt x="148" y="25"/>
                      <a:pt x="160" y="25"/>
                    </a:cubicBezTo>
                    <a:cubicBezTo>
                      <a:pt x="174" y="28"/>
                      <a:pt x="176" y="28"/>
                      <a:pt x="176" y="36"/>
                    </a:cubicBezTo>
                    <a:cubicBezTo>
                      <a:pt x="175" y="41"/>
                      <a:pt x="176" y="42"/>
                      <a:pt x="174" y="50"/>
                    </a:cubicBezTo>
                    <a:cubicBezTo>
                      <a:pt x="143" y="172"/>
                      <a:pt x="112" y="294"/>
                      <a:pt x="81" y="416"/>
                    </a:cubicBezTo>
                    <a:cubicBezTo>
                      <a:pt x="76" y="438"/>
                      <a:pt x="73" y="444"/>
                      <a:pt x="20" y="444"/>
                    </a:cubicBezTo>
                    <a:cubicBezTo>
                      <a:pt x="8" y="444"/>
                      <a:pt x="0" y="444"/>
                      <a:pt x="0" y="458"/>
                    </a:cubicBezTo>
                    <a:cubicBezTo>
                      <a:pt x="0" y="461"/>
                      <a:pt x="0" y="469"/>
                      <a:pt x="11" y="469"/>
                    </a:cubicBezTo>
                    <a:cubicBezTo>
                      <a:pt x="31" y="469"/>
                      <a:pt x="81" y="466"/>
                      <a:pt x="101" y="466"/>
                    </a:cubicBezTo>
                    <a:cubicBezTo>
                      <a:pt x="112" y="466"/>
                      <a:pt x="137" y="466"/>
                      <a:pt x="148" y="466"/>
                    </a:cubicBezTo>
                    <a:cubicBezTo>
                      <a:pt x="162" y="466"/>
                      <a:pt x="179" y="469"/>
                      <a:pt x="190" y="469"/>
                    </a:cubicBezTo>
                    <a:cubicBezTo>
                      <a:pt x="196" y="469"/>
                      <a:pt x="207" y="469"/>
                      <a:pt x="207" y="452"/>
                    </a:cubicBezTo>
                    <a:cubicBezTo>
                      <a:pt x="207" y="444"/>
                      <a:pt x="199" y="444"/>
                      <a:pt x="185" y="444"/>
                    </a:cubicBezTo>
                    <a:cubicBezTo>
                      <a:pt x="182" y="444"/>
                      <a:pt x="171" y="444"/>
                      <a:pt x="157" y="441"/>
                    </a:cubicBezTo>
                    <a:cubicBezTo>
                      <a:pt x="143" y="441"/>
                      <a:pt x="143" y="438"/>
                      <a:pt x="143" y="433"/>
                    </a:cubicBezTo>
                    <a:cubicBezTo>
                      <a:pt x="143" y="427"/>
                      <a:pt x="148" y="402"/>
                      <a:pt x="174" y="302"/>
                    </a:cubicBezTo>
                    <a:cubicBezTo>
                      <a:pt x="212" y="275"/>
                      <a:pt x="250" y="248"/>
                      <a:pt x="288" y="221"/>
                    </a:cubicBezTo>
                    <a:cubicBezTo>
                      <a:pt x="322" y="285"/>
                      <a:pt x="356" y="349"/>
                      <a:pt x="389" y="413"/>
                    </a:cubicBezTo>
                    <a:cubicBezTo>
                      <a:pt x="392" y="422"/>
                      <a:pt x="392" y="422"/>
                      <a:pt x="392" y="427"/>
                    </a:cubicBezTo>
                    <a:cubicBezTo>
                      <a:pt x="392" y="441"/>
                      <a:pt x="375" y="444"/>
                      <a:pt x="361" y="444"/>
                    </a:cubicBezTo>
                    <a:cubicBezTo>
                      <a:pt x="353" y="444"/>
                      <a:pt x="344" y="444"/>
                      <a:pt x="344" y="458"/>
                    </a:cubicBezTo>
                    <a:cubicBezTo>
                      <a:pt x="344" y="461"/>
                      <a:pt x="344" y="469"/>
                      <a:pt x="356" y="469"/>
                    </a:cubicBezTo>
                    <a:cubicBezTo>
                      <a:pt x="375" y="469"/>
                      <a:pt x="425" y="466"/>
                      <a:pt x="442" y="466"/>
                    </a:cubicBezTo>
                    <a:cubicBezTo>
                      <a:pt x="465" y="466"/>
                      <a:pt x="493" y="469"/>
                      <a:pt x="512" y="469"/>
                    </a:cubicBezTo>
                    <a:cubicBezTo>
                      <a:pt x="521" y="469"/>
                      <a:pt x="523" y="464"/>
                      <a:pt x="523" y="455"/>
                    </a:cubicBezTo>
                    <a:cubicBezTo>
                      <a:pt x="523" y="444"/>
                      <a:pt x="515" y="444"/>
                      <a:pt x="509" y="444"/>
                    </a:cubicBezTo>
                    <a:cubicBezTo>
                      <a:pt x="495" y="444"/>
                      <a:pt x="476" y="444"/>
                      <a:pt x="465" y="422"/>
                    </a:cubicBezTo>
                    <a:cubicBezTo>
                      <a:pt x="425" y="345"/>
                      <a:pt x="386" y="269"/>
                      <a:pt x="347" y="19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5" name=""/>
              <p:cNvSpPr/>
              <p:nvPr/>
            </p:nvSpPr>
            <p:spPr>
              <a:xfrm>
                <a:off x="1747080" y="4266360"/>
                <a:ext cx="41400" cy="105480"/>
              </a:xfrm>
              <a:custGeom>
                <a:avLst/>
                <a:gdLst/>
                <a:ahLst/>
                <a:rect l="0" t="0" r="r" b="b"/>
                <a:pathLst>
                  <a:path w="115" h="293">
                    <a:moveTo>
                      <a:pt x="115" y="103"/>
                    </a:moveTo>
                    <a:cubicBezTo>
                      <a:pt x="115" y="39"/>
                      <a:pt x="90" y="0"/>
                      <a:pt x="53" y="0"/>
                    </a:cubicBezTo>
                    <a:cubicBezTo>
                      <a:pt x="20" y="0"/>
                      <a:pt x="0" y="25"/>
                      <a:pt x="0" y="53"/>
                    </a:cubicBezTo>
                    <a:cubicBezTo>
                      <a:pt x="0" y="78"/>
                      <a:pt x="20" y="103"/>
                      <a:pt x="53" y="103"/>
                    </a:cubicBezTo>
                    <a:cubicBezTo>
                      <a:pt x="64" y="103"/>
                      <a:pt x="76" y="101"/>
                      <a:pt x="87" y="92"/>
                    </a:cubicBezTo>
                    <a:cubicBezTo>
                      <a:pt x="90" y="89"/>
                      <a:pt x="90" y="89"/>
                      <a:pt x="92" y="89"/>
                    </a:cubicBezTo>
                    <a:cubicBezTo>
                      <a:pt x="92" y="94"/>
                      <a:pt x="92" y="89"/>
                      <a:pt x="92" y="103"/>
                    </a:cubicBezTo>
                    <a:cubicBezTo>
                      <a:pt x="92" y="176"/>
                      <a:pt x="57" y="233"/>
                      <a:pt x="25" y="265"/>
                    </a:cubicBezTo>
                    <a:cubicBezTo>
                      <a:pt x="15" y="275"/>
                      <a:pt x="17" y="279"/>
                      <a:pt x="17" y="282"/>
                    </a:cubicBezTo>
                    <a:cubicBezTo>
                      <a:pt x="17"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6" name=""/>
              <p:cNvSpPr/>
              <p:nvPr/>
            </p:nvSpPr>
            <p:spPr>
              <a:xfrm>
                <a:off x="1888920" y="4055400"/>
                <a:ext cx="224640" cy="248400"/>
              </a:xfrm>
              <a:custGeom>
                <a:avLst/>
                <a:gdLst/>
                <a:ahLst/>
                <a:rect l="0" t="0" r="r" b="b"/>
                <a:pathLst>
                  <a:path w="624" h="690">
                    <a:moveTo>
                      <a:pt x="624" y="531"/>
                    </a:moveTo>
                    <a:cubicBezTo>
                      <a:pt x="616" y="531"/>
                      <a:pt x="607" y="531"/>
                      <a:pt x="599" y="531"/>
                    </a:cubicBezTo>
                    <a:cubicBezTo>
                      <a:pt x="593" y="556"/>
                      <a:pt x="591" y="581"/>
                      <a:pt x="582" y="603"/>
                    </a:cubicBezTo>
                    <a:cubicBezTo>
                      <a:pt x="577" y="620"/>
                      <a:pt x="574" y="626"/>
                      <a:pt x="515" y="626"/>
                    </a:cubicBezTo>
                    <a:cubicBezTo>
                      <a:pt x="489" y="626"/>
                      <a:pt x="463" y="626"/>
                      <a:pt x="437" y="626"/>
                    </a:cubicBezTo>
                    <a:cubicBezTo>
                      <a:pt x="451" y="572"/>
                      <a:pt x="481" y="525"/>
                      <a:pt x="526" y="461"/>
                    </a:cubicBezTo>
                    <a:cubicBezTo>
                      <a:pt x="571" y="391"/>
                      <a:pt x="613" y="324"/>
                      <a:pt x="613" y="246"/>
                    </a:cubicBezTo>
                    <a:cubicBezTo>
                      <a:pt x="613" y="109"/>
                      <a:pt x="479" y="0"/>
                      <a:pt x="314" y="0"/>
                    </a:cubicBezTo>
                    <a:cubicBezTo>
                      <a:pt x="143" y="0"/>
                      <a:pt x="14" y="112"/>
                      <a:pt x="14" y="246"/>
                    </a:cubicBezTo>
                    <a:cubicBezTo>
                      <a:pt x="14" y="324"/>
                      <a:pt x="53" y="391"/>
                      <a:pt x="98" y="461"/>
                    </a:cubicBezTo>
                    <a:cubicBezTo>
                      <a:pt x="143" y="525"/>
                      <a:pt x="174" y="572"/>
                      <a:pt x="188" y="626"/>
                    </a:cubicBezTo>
                    <a:cubicBezTo>
                      <a:pt x="161" y="626"/>
                      <a:pt x="135" y="626"/>
                      <a:pt x="109" y="626"/>
                    </a:cubicBezTo>
                    <a:cubicBezTo>
                      <a:pt x="50" y="626"/>
                      <a:pt x="48" y="620"/>
                      <a:pt x="42" y="603"/>
                    </a:cubicBezTo>
                    <a:cubicBezTo>
                      <a:pt x="36" y="581"/>
                      <a:pt x="31" y="556"/>
                      <a:pt x="25" y="531"/>
                    </a:cubicBezTo>
                    <a:cubicBezTo>
                      <a:pt x="17" y="531"/>
                      <a:pt x="8" y="531"/>
                      <a:pt x="0" y="531"/>
                    </a:cubicBezTo>
                    <a:cubicBezTo>
                      <a:pt x="11" y="584"/>
                      <a:pt x="22" y="637"/>
                      <a:pt x="34" y="690"/>
                    </a:cubicBezTo>
                    <a:cubicBezTo>
                      <a:pt x="86" y="690"/>
                      <a:pt x="138" y="690"/>
                      <a:pt x="190" y="690"/>
                    </a:cubicBezTo>
                    <a:cubicBezTo>
                      <a:pt x="213" y="690"/>
                      <a:pt x="216" y="690"/>
                      <a:pt x="216" y="670"/>
                    </a:cubicBezTo>
                    <a:cubicBezTo>
                      <a:pt x="216" y="600"/>
                      <a:pt x="185" y="514"/>
                      <a:pt x="162" y="452"/>
                    </a:cubicBezTo>
                    <a:cubicBezTo>
                      <a:pt x="143" y="397"/>
                      <a:pt x="115" y="318"/>
                      <a:pt x="115" y="246"/>
                    </a:cubicBezTo>
                    <a:cubicBezTo>
                      <a:pt x="115" y="89"/>
                      <a:pt x="221" y="22"/>
                      <a:pt x="311" y="22"/>
                    </a:cubicBezTo>
                    <a:cubicBezTo>
                      <a:pt x="406" y="22"/>
                      <a:pt x="509" y="92"/>
                      <a:pt x="509" y="246"/>
                    </a:cubicBezTo>
                    <a:cubicBezTo>
                      <a:pt x="509" y="318"/>
                      <a:pt x="484" y="394"/>
                      <a:pt x="456" y="472"/>
                    </a:cubicBezTo>
                    <a:cubicBezTo>
                      <a:pt x="439" y="514"/>
                      <a:pt x="409" y="603"/>
                      <a:pt x="409" y="670"/>
                    </a:cubicBezTo>
                    <a:cubicBezTo>
                      <a:pt x="409" y="690"/>
                      <a:pt x="411" y="690"/>
                      <a:pt x="434" y="690"/>
                    </a:cubicBezTo>
                    <a:cubicBezTo>
                      <a:pt x="486" y="690"/>
                      <a:pt x="538" y="690"/>
                      <a:pt x="591" y="690"/>
                    </a:cubicBezTo>
                    <a:cubicBezTo>
                      <a:pt x="602" y="637"/>
                      <a:pt x="613" y="584"/>
                      <a:pt x="624"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7" name=""/>
              <p:cNvSpPr/>
              <p:nvPr/>
            </p:nvSpPr>
            <p:spPr>
              <a:xfrm>
                <a:off x="2140920" y="4248360"/>
                <a:ext cx="227880" cy="110520"/>
              </a:xfrm>
              <a:custGeom>
                <a:avLst/>
                <a:gdLst/>
                <a:ahLst/>
                <a:rect l="0" t="0" r="r" b="b"/>
                <a:pathLst>
                  <a:path w="633" h="307">
                    <a:moveTo>
                      <a:pt x="266" y="246"/>
                    </a:moveTo>
                    <a:cubicBezTo>
                      <a:pt x="263" y="260"/>
                      <a:pt x="258" y="282"/>
                      <a:pt x="258" y="285"/>
                    </a:cubicBezTo>
                    <a:cubicBezTo>
                      <a:pt x="258" y="302"/>
                      <a:pt x="269" y="307"/>
                      <a:pt x="280" y="307"/>
                    </a:cubicBezTo>
                    <a:cubicBezTo>
                      <a:pt x="294" y="307"/>
                      <a:pt x="305" y="299"/>
                      <a:pt x="308" y="293"/>
                    </a:cubicBezTo>
                    <a:cubicBezTo>
                      <a:pt x="311" y="288"/>
                      <a:pt x="316" y="265"/>
                      <a:pt x="319" y="251"/>
                    </a:cubicBezTo>
                    <a:cubicBezTo>
                      <a:pt x="325" y="237"/>
                      <a:pt x="330" y="207"/>
                      <a:pt x="336" y="187"/>
                    </a:cubicBezTo>
                    <a:cubicBezTo>
                      <a:pt x="339" y="173"/>
                      <a:pt x="344" y="159"/>
                      <a:pt x="347" y="142"/>
                    </a:cubicBezTo>
                    <a:cubicBezTo>
                      <a:pt x="356" y="112"/>
                      <a:pt x="356" y="112"/>
                      <a:pt x="369" y="89"/>
                    </a:cubicBezTo>
                    <a:cubicBezTo>
                      <a:pt x="389" y="56"/>
                      <a:pt x="425" y="17"/>
                      <a:pt x="479" y="17"/>
                    </a:cubicBezTo>
                    <a:cubicBezTo>
                      <a:pt x="518" y="17"/>
                      <a:pt x="518" y="50"/>
                      <a:pt x="518" y="67"/>
                    </a:cubicBezTo>
                    <a:cubicBezTo>
                      <a:pt x="518" y="106"/>
                      <a:pt x="490" y="184"/>
                      <a:pt x="479" y="212"/>
                    </a:cubicBezTo>
                    <a:cubicBezTo>
                      <a:pt x="470" y="232"/>
                      <a:pt x="467" y="237"/>
                      <a:pt x="467" y="249"/>
                    </a:cubicBezTo>
                    <a:cubicBezTo>
                      <a:pt x="467" y="285"/>
                      <a:pt x="498" y="307"/>
                      <a:pt x="535" y="307"/>
                    </a:cubicBezTo>
                    <a:cubicBezTo>
                      <a:pt x="602" y="307"/>
                      <a:pt x="633" y="212"/>
                      <a:pt x="633" y="204"/>
                    </a:cubicBezTo>
                    <a:cubicBezTo>
                      <a:pt x="633" y="193"/>
                      <a:pt x="624" y="193"/>
                      <a:pt x="621" y="193"/>
                    </a:cubicBezTo>
                    <a:cubicBezTo>
                      <a:pt x="613" y="193"/>
                      <a:pt x="610" y="198"/>
                      <a:pt x="607" y="207"/>
                    </a:cubicBezTo>
                    <a:cubicBezTo>
                      <a:pt x="593" y="260"/>
                      <a:pt x="563" y="288"/>
                      <a:pt x="535" y="288"/>
                    </a:cubicBezTo>
                    <a:cubicBezTo>
                      <a:pt x="521" y="288"/>
                      <a:pt x="518" y="279"/>
                      <a:pt x="518" y="265"/>
                    </a:cubicBezTo>
                    <a:cubicBezTo>
                      <a:pt x="518" y="249"/>
                      <a:pt x="521" y="240"/>
                      <a:pt x="535" y="209"/>
                    </a:cubicBezTo>
                    <a:cubicBezTo>
                      <a:pt x="543" y="187"/>
                      <a:pt x="571" y="114"/>
                      <a:pt x="571" y="75"/>
                    </a:cubicBezTo>
                    <a:cubicBezTo>
                      <a:pt x="571" y="67"/>
                      <a:pt x="571" y="36"/>
                      <a:pt x="546" y="17"/>
                    </a:cubicBezTo>
                    <a:cubicBezTo>
                      <a:pt x="535" y="8"/>
                      <a:pt x="512" y="0"/>
                      <a:pt x="481" y="0"/>
                    </a:cubicBezTo>
                    <a:cubicBezTo>
                      <a:pt x="420" y="0"/>
                      <a:pt x="381" y="39"/>
                      <a:pt x="358" y="67"/>
                    </a:cubicBezTo>
                    <a:cubicBezTo>
                      <a:pt x="353" y="8"/>
                      <a:pt x="305" y="0"/>
                      <a:pt x="269" y="0"/>
                    </a:cubicBezTo>
                    <a:cubicBezTo>
                      <a:pt x="213" y="0"/>
                      <a:pt x="174" y="34"/>
                      <a:pt x="154" y="61"/>
                    </a:cubicBezTo>
                    <a:cubicBezTo>
                      <a:pt x="148" y="14"/>
                      <a:pt x="109" y="0"/>
                      <a:pt x="78" y="0"/>
                    </a:cubicBezTo>
                    <a:cubicBezTo>
                      <a:pt x="50" y="0"/>
                      <a:pt x="34" y="20"/>
                      <a:pt x="25" y="36"/>
                    </a:cubicBezTo>
                    <a:cubicBezTo>
                      <a:pt x="11" y="61"/>
                      <a:pt x="0" y="101"/>
                      <a:pt x="0" y="103"/>
                    </a:cubicBezTo>
                    <a:cubicBezTo>
                      <a:pt x="0" y="112"/>
                      <a:pt x="7" y="109"/>
                      <a:pt x="11" y="112"/>
                    </a:cubicBezTo>
                    <a:cubicBezTo>
                      <a:pt x="22" y="112"/>
                      <a:pt x="22" y="112"/>
                      <a:pt x="28" y="92"/>
                    </a:cubicBezTo>
                    <a:cubicBezTo>
                      <a:pt x="36" y="50"/>
                      <a:pt x="50" y="17"/>
                      <a:pt x="78" y="17"/>
                    </a:cubicBezTo>
                    <a:cubicBezTo>
                      <a:pt x="95" y="17"/>
                      <a:pt x="101" y="34"/>
                      <a:pt x="101" y="50"/>
                    </a:cubicBezTo>
                    <a:cubicBezTo>
                      <a:pt x="101" y="64"/>
                      <a:pt x="95" y="91"/>
                      <a:pt x="90" y="109"/>
                    </a:cubicBezTo>
                    <a:cubicBezTo>
                      <a:pt x="84" y="127"/>
                      <a:pt x="78" y="154"/>
                      <a:pt x="73" y="170"/>
                    </a:cubicBezTo>
                    <a:cubicBezTo>
                      <a:pt x="66" y="199"/>
                      <a:pt x="60" y="228"/>
                      <a:pt x="53" y="257"/>
                    </a:cubicBezTo>
                    <a:cubicBezTo>
                      <a:pt x="50" y="265"/>
                      <a:pt x="48" y="276"/>
                      <a:pt x="45" y="285"/>
                    </a:cubicBezTo>
                    <a:cubicBezTo>
                      <a:pt x="45" y="302"/>
                      <a:pt x="59" y="307"/>
                      <a:pt x="70" y="307"/>
                    </a:cubicBezTo>
                    <a:cubicBezTo>
                      <a:pt x="81" y="307"/>
                      <a:pt x="92" y="299"/>
                      <a:pt x="95" y="293"/>
                    </a:cubicBezTo>
                    <a:cubicBezTo>
                      <a:pt x="98" y="288"/>
                      <a:pt x="104" y="265"/>
                      <a:pt x="109" y="251"/>
                    </a:cubicBezTo>
                    <a:cubicBezTo>
                      <a:pt x="112" y="237"/>
                      <a:pt x="118" y="207"/>
                      <a:pt x="123" y="187"/>
                    </a:cubicBezTo>
                    <a:cubicBezTo>
                      <a:pt x="126" y="173"/>
                      <a:pt x="132" y="159"/>
                      <a:pt x="134" y="142"/>
                    </a:cubicBezTo>
                    <a:cubicBezTo>
                      <a:pt x="143" y="114"/>
                      <a:pt x="143" y="109"/>
                      <a:pt x="162" y="81"/>
                    </a:cubicBezTo>
                    <a:cubicBezTo>
                      <a:pt x="182" y="53"/>
                      <a:pt x="216" y="17"/>
                      <a:pt x="266" y="17"/>
                    </a:cubicBezTo>
                    <a:cubicBezTo>
                      <a:pt x="308" y="17"/>
                      <a:pt x="308" y="53"/>
                      <a:pt x="308" y="67"/>
                    </a:cubicBezTo>
                    <a:cubicBezTo>
                      <a:pt x="308" y="84"/>
                      <a:pt x="305" y="92"/>
                      <a:pt x="297" y="131"/>
                    </a:cubicBezTo>
                    <a:cubicBezTo>
                      <a:pt x="286" y="169"/>
                      <a:pt x="276" y="208"/>
                      <a:pt x="266" y="24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8" name=""/>
              <p:cNvSpPr/>
              <p:nvPr/>
            </p:nvSpPr>
            <p:spPr>
              <a:xfrm>
                <a:off x="2429280" y="426636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4" y="103"/>
                      <a:pt x="76" y="101"/>
                      <a:pt x="87" y="92"/>
                    </a:cubicBezTo>
                    <a:cubicBezTo>
                      <a:pt x="90" y="89"/>
                      <a:pt x="89" y="90"/>
                      <a:pt x="90" y="89"/>
                    </a:cubicBezTo>
                    <a:cubicBezTo>
                      <a:pt x="92" y="89"/>
                      <a:pt x="92" y="89"/>
                      <a:pt x="92" y="103"/>
                    </a:cubicBezTo>
                    <a:cubicBezTo>
                      <a:pt x="92" y="176"/>
                      <a:pt x="58" y="234"/>
                      <a:pt x="25" y="265"/>
                    </a:cubicBezTo>
                    <a:cubicBezTo>
                      <a:pt x="14" y="276"/>
                      <a:pt x="14" y="279"/>
                      <a:pt x="14" y="282"/>
                    </a:cubicBezTo>
                    <a:cubicBezTo>
                      <a:pt x="14"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79" name=""/>
              <p:cNvSpPr/>
              <p:nvPr/>
            </p:nvSpPr>
            <p:spPr>
              <a:xfrm>
                <a:off x="2571120" y="4055400"/>
                <a:ext cx="224640" cy="248400"/>
              </a:xfrm>
              <a:custGeom>
                <a:avLst/>
                <a:gdLst/>
                <a:ahLst/>
                <a:rect l="0" t="0" r="r" b="b"/>
                <a:pathLst>
                  <a:path w="624" h="690">
                    <a:moveTo>
                      <a:pt x="624" y="531"/>
                    </a:moveTo>
                    <a:cubicBezTo>
                      <a:pt x="616" y="531"/>
                      <a:pt x="607" y="531"/>
                      <a:pt x="599" y="531"/>
                    </a:cubicBezTo>
                    <a:cubicBezTo>
                      <a:pt x="593" y="556"/>
                      <a:pt x="591" y="581"/>
                      <a:pt x="579" y="603"/>
                    </a:cubicBezTo>
                    <a:cubicBezTo>
                      <a:pt x="577" y="620"/>
                      <a:pt x="574" y="626"/>
                      <a:pt x="515" y="626"/>
                    </a:cubicBezTo>
                    <a:cubicBezTo>
                      <a:pt x="489" y="626"/>
                      <a:pt x="463" y="626"/>
                      <a:pt x="437" y="626"/>
                    </a:cubicBezTo>
                    <a:cubicBezTo>
                      <a:pt x="451" y="572"/>
                      <a:pt x="481" y="525"/>
                      <a:pt x="523" y="461"/>
                    </a:cubicBezTo>
                    <a:cubicBezTo>
                      <a:pt x="571" y="391"/>
                      <a:pt x="610" y="324"/>
                      <a:pt x="610" y="246"/>
                    </a:cubicBezTo>
                    <a:cubicBezTo>
                      <a:pt x="610" y="109"/>
                      <a:pt x="479" y="0"/>
                      <a:pt x="311" y="0"/>
                    </a:cubicBezTo>
                    <a:cubicBezTo>
                      <a:pt x="143" y="0"/>
                      <a:pt x="11" y="112"/>
                      <a:pt x="11" y="246"/>
                    </a:cubicBezTo>
                    <a:cubicBezTo>
                      <a:pt x="11" y="324"/>
                      <a:pt x="53" y="391"/>
                      <a:pt x="98" y="461"/>
                    </a:cubicBezTo>
                    <a:cubicBezTo>
                      <a:pt x="143" y="525"/>
                      <a:pt x="174" y="572"/>
                      <a:pt x="188" y="626"/>
                    </a:cubicBezTo>
                    <a:cubicBezTo>
                      <a:pt x="160" y="626"/>
                      <a:pt x="133" y="626"/>
                      <a:pt x="106" y="626"/>
                    </a:cubicBezTo>
                    <a:cubicBezTo>
                      <a:pt x="50" y="626"/>
                      <a:pt x="48" y="620"/>
                      <a:pt x="42" y="603"/>
                    </a:cubicBezTo>
                    <a:cubicBezTo>
                      <a:pt x="34" y="581"/>
                      <a:pt x="31" y="556"/>
                      <a:pt x="25" y="531"/>
                    </a:cubicBezTo>
                    <a:cubicBezTo>
                      <a:pt x="17" y="531"/>
                      <a:pt x="8" y="531"/>
                      <a:pt x="0" y="531"/>
                    </a:cubicBezTo>
                    <a:cubicBezTo>
                      <a:pt x="11" y="584"/>
                      <a:pt x="22" y="637"/>
                      <a:pt x="34" y="690"/>
                    </a:cubicBezTo>
                    <a:cubicBezTo>
                      <a:pt x="86" y="690"/>
                      <a:pt x="138" y="690"/>
                      <a:pt x="190" y="690"/>
                    </a:cubicBezTo>
                    <a:cubicBezTo>
                      <a:pt x="213" y="690"/>
                      <a:pt x="216" y="690"/>
                      <a:pt x="216" y="670"/>
                    </a:cubicBezTo>
                    <a:cubicBezTo>
                      <a:pt x="216" y="600"/>
                      <a:pt x="185" y="514"/>
                      <a:pt x="162" y="452"/>
                    </a:cubicBezTo>
                    <a:cubicBezTo>
                      <a:pt x="140" y="397"/>
                      <a:pt x="115" y="318"/>
                      <a:pt x="115" y="246"/>
                    </a:cubicBezTo>
                    <a:cubicBezTo>
                      <a:pt x="115" y="89"/>
                      <a:pt x="221" y="22"/>
                      <a:pt x="311" y="22"/>
                    </a:cubicBezTo>
                    <a:cubicBezTo>
                      <a:pt x="406" y="22"/>
                      <a:pt x="509" y="92"/>
                      <a:pt x="509" y="246"/>
                    </a:cubicBezTo>
                    <a:cubicBezTo>
                      <a:pt x="509" y="318"/>
                      <a:pt x="484" y="394"/>
                      <a:pt x="453" y="472"/>
                    </a:cubicBezTo>
                    <a:cubicBezTo>
                      <a:pt x="439" y="514"/>
                      <a:pt x="409" y="603"/>
                      <a:pt x="409" y="670"/>
                    </a:cubicBezTo>
                    <a:cubicBezTo>
                      <a:pt x="409" y="690"/>
                      <a:pt x="411" y="690"/>
                      <a:pt x="434" y="690"/>
                    </a:cubicBezTo>
                    <a:cubicBezTo>
                      <a:pt x="486" y="690"/>
                      <a:pt x="538" y="690"/>
                      <a:pt x="591" y="690"/>
                    </a:cubicBezTo>
                    <a:cubicBezTo>
                      <a:pt x="602" y="637"/>
                      <a:pt x="613" y="584"/>
                      <a:pt x="624" y="53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0" name=""/>
              <p:cNvSpPr/>
              <p:nvPr/>
            </p:nvSpPr>
            <p:spPr>
              <a:xfrm>
                <a:off x="2828160" y="4185000"/>
                <a:ext cx="99720" cy="173880"/>
              </a:xfrm>
              <a:custGeom>
                <a:avLst/>
                <a:gdLst/>
                <a:ahLst/>
                <a:rect l="0" t="0" r="r" b="b"/>
                <a:pathLst>
                  <a:path w="277" h="483">
                    <a:moveTo>
                      <a:pt x="134" y="22"/>
                    </a:moveTo>
                    <a:cubicBezTo>
                      <a:pt x="137" y="20"/>
                      <a:pt x="136" y="15"/>
                      <a:pt x="137" y="11"/>
                    </a:cubicBezTo>
                    <a:cubicBezTo>
                      <a:pt x="137" y="8"/>
                      <a:pt x="134" y="0"/>
                      <a:pt x="126" y="0"/>
                    </a:cubicBezTo>
                    <a:cubicBezTo>
                      <a:pt x="112" y="0"/>
                      <a:pt x="56" y="6"/>
                      <a:pt x="39" y="8"/>
                    </a:cubicBezTo>
                    <a:cubicBezTo>
                      <a:pt x="34" y="8"/>
                      <a:pt x="22" y="8"/>
                      <a:pt x="22" y="25"/>
                    </a:cubicBezTo>
                    <a:cubicBezTo>
                      <a:pt x="22" y="34"/>
                      <a:pt x="34" y="34"/>
                      <a:pt x="42" y="34"/>
                    </a:cubicBezTo>
                    <a:cubicBezTo>
                      <a:pt x="76" y="34"/>
                      <a:pt x="76" y="39"/>
                      <a:pt x="76" y="45"/>
                    </a:cubicBezTo>
                    <a:cubicBezTo>
                      <a:pt x="76" y="47"/>
                      <a:pt x="67" y="75"/>
                      <a:pt x="64" y="92"/>
                    </a:cubicBezTo>
                    <a:cubicBezTo>
                      <a:pt x="59" y="113"/>
                      <a:pt x="53" y="133"/>
                      <a:pt x="48" y="154"/>
                    </a:cubicBezTo>
                    <a:cubicBezTo>
                      <a:pt x="42" y="179"/>
                      <a:pt x="3" y="327"/>
                      <a:pt x="3" y="338"/>
                    </a:cubicBezTo>
                    <a:cubicBezTo>
                      <a:pt x="0" y="355"/>
                      <a:pt x="0" y="363"/>
                      <a:pt x="0" y="371"/>
                    </a:cubicBezTo>
                    <a:cubicBezTo>
                      <a:pt x="0" y="438"/>
                      <a:pt x="42" y="483"/>
                      <a:pt x="101" y="483"/>
                    </a:cubicBezTo>
                    <a:cubicBezTo>
                      <a:pt x="188" y="483"/>
                      <a:pt x="277" y="391"/>
                      <a:pt x="277" y="288"/>
                    </a:cubicBezTo>
                    <a:cubicBezTo>
                      <a:pt x="277" y="209"/>
                      <a:pt x="221" y="176"/>
                      <a:pt x="174" y="176"/>
                    </a:cubicBezTo>
                    <a:cubicBezTo>
                      <a:pt x="140" y="176"/>
                      <a:pt x="109" y="195"/>
                      <a:pt x="87" y="212"/>
                    </a:cubicBezTo>
                    <a:cubicBezTo>
                      <a:pt x="103" y="149"/>
                      <a:pt x="119" y="86"/>
                      <a:pt x="134" y="22"/>
                    </a:cubicBezTo>
                    <a:moveTo>
                      <a:pt x="101" y="464"/>
                    </a:moveTo>
                    <a:cubicBezTo>
                      <a:pt x="67" y="464"/>
                      <a:pt x="48" y="436"/>
                      <a:pt x="48" y="394"/>
                    </a:cubicBezTo>
                    <a:cubicBezTo>
                      <a:pt x="48" y="369"/>
                      <a:pt x="53" y="346"/>
                      <a:pt x="73" y="268"/>
                    </a:cubicBezTo>
                    <a:cubicBezTo>
                      <a:pt x="78" y="254"/>
                      <a:pt x="78" y="254"/>
                      <a:pt x="90" y="240"/>
                    </a:cubicBezTo>
                    <a:cubicBezTo>
                      <a:pt x="118" y="209"/>
                      <a:pt x="148" y="193"/>
                      <a:pt x="174" y="193"/>
                    </a:cubicBezTo>
                    <a:cubicBezTo>
                      <a:pt x="199" y="193"/>
                      <a:pt x="224" y="212"/>
                      <a:pt x="224" y="260"/>
                    </a:cubicBezTo>
                    <a:cubicBezTo>
                      <a:pt x="224" y="288"/>
                      <a:pt x="207" y="357"/>
                      <a:pt x="188" y="399"/>
                    </a:cubicBezTo>
                    <a:cubicBezTo>
                      <a:pt x="171" y="433"/>
                      <a:pt x="137" y="464"/>
                      <a:pt x="101" y="46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1" name=""/>
              <p:cNvSpPr/>
              <p:nvPr/>
            </p:nvSpPr>
            <p:spPr>
              <a:xfrm>
                <a:off x="2984400" y="426636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4" y="103"/>
                      <a:pt x="76" y="101"/>
                      <a:pt x="87" y="92"/>
                    </a:cubicBezTo>
                    <a:cubicBezTo>
                      <a:pt x="90" y="89"/>
                      <a:pt x="89" y="90"/>
                      <a:pt x="90" y="89"/>
                    </a:cubicBezTo>
                    <a:cubicBezTo>
                      <a:pt x="92" y="89"/>
                      <a:pt x="92" y="89"/>
                      <a:pt x="92" y="103"/>
                    </a:cubicBezTo>
                    <a:cubicBezTo>
                      <a:pt x="92" y="176"/>
                      <a:pt x="58" y="234"/>
                      <a:pt x="25" y="265"/>
                    </a:cubicBezTo>
                    <a:cubicBezTo>
                      <a:pt x="14" y="276"/>
                      <a:pt x="14" y="279"/>
                      <a:pt x="14" y="282"/>
                    </a:cubicBezTo>
                    <a:cubicBezTo>
                      <a:pt x="14" y="288"/>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2" name=""/>
              <p:cNvSpPr/>
              <p:nvPr/>
            </p:nvSpPr>
            <p:spPr>
              <a:xfrm>
                <a:off x="3130560" y="4059360"/>
                <a:ext cx="173160" cy="248400"/>
              </a:xfrm>
              <a:custGeom>
                <a:avLst/>
                <a:gdLst/>
                <a:ahLst/>
                <a:rect l="0" t="0" r="r" b="b"/>
                <a:pathLst>
                  <a:path w="481" h="690">
                    <a:moveTo>
                      <a:pt x="227" y="11"/>
                    </a:moveTo>
                    <a:cubicBezTo>
                      <a:pt x="227" y="8"/>
                      <a:pt x="227" y="0"/>
                      <a:pt x="216" y="0"/>
                    </a:cubicBezTo>
                    <a:cubicBezTo>
                      <a:pt x="193" y="0"/>
                      <a:pt x="120" y="8"/>
                      <a:pt x="95" y="8"/>
                    </a:cubicBezTo>
                    <a:cubicBezTo>
                      <a:pt x="87" y="11"/>
                      <a:pt x="76" y="11"/>
                      <a:pt x="76" y="28"/>
                    </a:cubicBezTo>
                    <a:cubicBezTo>
                      <a:pt x="76" y="42"/>
                      <a:pt x="87" y="42"/>
                      <a:pt x="101" y="42"/>
                    </a:cubicBezTo>
                    <a:cubicBezTo>
                      <a:pt x="148" y="42"/>
                      <a:pt x="148" y="47"/>
                      <a:pt x="148" y="59"/>
                    </a:cubicBezTo>
                    <a:cubicBezTo>
                      <a:pt x="147" y="65"/>
                      <a:pt x="146" y="72"/>
                      <a:pt x="146" y="78"/>
                    </a:cubicBezTo>
                    <a:cubicBezTo>
                      <a:pt x="98" y="265"/>
                      <a:pt x="50" y="452"/>
                      <a:pt x="3" y="640"/>
                    </a:cubicBezTo>
                    <a:cubicBezTo>
                      <a:pt x="0" y="653"/>
                      <a:pt x="0" y="656"/>
                      <a:pt x="0" y="662"/>
                    </a:cubicBezTo>
                    <a:cubicBezTo>
                      <a:pt x="0" y="684"/>
                      <a:pt x="20" y="690"/>
                      <a:pt x="28" y="690"/>
                    </a:cubicBezTo>
                    <a:cubicBezTo>
                      <a:pt x="45" y="690"/>
                      <a:pt x="59" y="679"/>
                      <a:pt x="64" y="665"/>
                    </a:cubicBezTo>
                    <a:cubicBezTo>
                      <a:pt x="71" y="640"/>
                      <a:pt x="77" y="614"/>
                      <a:pt x="84" y="589"/>
                    </a:cubicBezTo>
                    <a:cubicBezTo>
                      <a:pt x="91" y="560"/>
                      <a:pt x="99" y="532"/>
                      <a:pt x="106" y="503"/>
                    </a:cubicBezTo>
                    <a:cubicBezTo>
                      <a:pt x="112" y="480"/>
                      <a:pt x="118" y="458"/>
                      <a:pt x="123" y="436"/>
                    </a:cubicBezTo>
                    <a:cubicBezTo>
                      <a:pt x="123" y="430"/>
                      <a:pt x="132" y="399"/>
                      <a:pt x="132" y="391"/>
                    </a:cubicBezTo>
                    <a:cubicBezTo>
                      <a:pt x="134" y="383"/>
                      <a:pt x="165" y="330"/>
                      <a:pt x="199" y="302"/>
                    </a:cubicBezTo>
                    <a:cubicBezTo>
                      <a:pt x="221" y="288"/>
                      <a:pt x="252" y="268"/>
                      <a:pt x="294" y="268"/>
                    </a:cubicBezTo>
                    <a:cubicBezTo>
                      <a:pt x="336" y="268"/>
                      <a:pt x="347" y="302"/>
                      <a:pt x="347" y="335"/>
                    </a:cubicBezTo>
                    <a:cubicBezTo>
                      <a:pt x="347" y="388"/>
                      <a:pt x="311" y="497"/>
                      <a:pt x="286" y="556"/>
                    </a:cubicBezTo>
                    <a:cubicBezTo>
                      <a:pt x="277" y="578"/>
                      <a:pt x="274" y="589"/>
                      <a:pt x="274" y="609"/>
                    </a:cubicBezTo>
                    <a:cubicBezTo>
                      <a:pt x="274" y="656"/>
                      <a:pt x="308" y="690"/>
                      <a:pt x="353" y="690"/>
                    </a:cubicBezTo>
                    <a:cubicBezTo>
                      <a:pt x="445" y="690"/>
                      <a:pt x="481" y="547"/>
                      <a:pt x="481" y="539"/>
                    </a:cubicBezTo>
                    <a:cubicBezTo>
                      <a:pt x="481" y="531"/>
                      <a:pt x="473" y="531"/>
                      <a:pt x="470" y="531"/>
                    </a:cubicBezTo>
                    <a:cubicBezTo>
                      <a:pt x="462" y="531"/>
                      <a:pt x="462" y="533"/>
                      <a:pt x="456" y="547"/>
                    </a:cubicBezTo>
                    <a:cubicBezTo>
                      <a:pt x="442" y="598"/>
                      <a:pt x="409" y="667"/>
                      <a:pt x="356" y="667"/>
                    </a:cubicBezTo>
                    <a:cubicBezTo>
                      <a:pt x="339" y="667"/>
                      <a:pt x="333" y="659"/>
                      <a:pt x="333" y="637"/>
                    </a:cubicBezTo>
                    <a:cubicBezTo>
                      <a:pt x="333" y="612"/>
                      <a:pt x="342" y="589"/>
                      <a:pt x="350" y="567"/>
                    </a:cubicBezTo>
                    <a:cubicBezTo>
                      <a:pt x="367" y="525"/>
                      <a:pt x="409" y="408"/>
                      <a:pt x="409" y="352"/>
                    </a:cubicBezTo>
                    <a:cubicBezTo>
                      <a:pt x="409" y="288"/>
                      <a:pt x="369" y="246"/>
                      <a:pt x="297" y="246"/>
                    </a:cubicBezTo>
                    <a:cubicBezTo>
                      <a:pt x="235" y="246"/>
                      <a:pt x="188" y="276"/>
                      <a:pt x="151" y="321"/>
                    </a:cubicBezTo>
                    <a:cubicBezTo>
                      <a:pt x="176" y="218"/>
                      <a:pt x="202" y="114"/>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3" name=""/>
              <p:cNvSpPr/>
              <p:nvPr/>
            </p:nvSpPr>
            <p:spPr>
              <a:xfrm>
                <a:off x="3335040" y="4039200"/>
                <a:ext cx="82800" cy="352800"/>
              </a:xfrm>
              <a:custGeom>
                <a:avLst/>
                <a:gdLst/>
                <a:ahLst/>
                <a:rect l="0" t="0" r="r" b="b"/>
                <a:pathLst>
                  <a:path w="230" h="980">
                    <a:moveTo>
                      <a:pt x="230" y="489"/>
                    </a:moveTo>
                    <a:cubicBezTo>
                      <a:pt x="230" y="413"/>
                      <a:pt x="218" y="296"/>
                      <a:pt x="162" y="184"/>
                    </a:cubicBezTo>
                    <a:cubicBezTo>
                      <a:pt x="104" y="64"/>
                      <a:pt x="20" y="0"/>
                      <a:pt x="11" y="0"/>
                    </a:cubicBezTo>
                    <a:cubicBezTo>
                      <a:pt x="6" y="0"/>
                      <a:pt x="0" y="6"/>
                      <a:pt x="0" y="11"/>
                    </a:cubicBezTo>
                    <a:cubicBezTo>
                      <a:pt x="0" y="14"/>
                      <a:pt x="0" y="14"/>
                      <a:pt x="20" y="34"/>
                    </a:cubicBezTo>
                    <a:cubicBezTo>
                      <a:pt x="115" y="128"/>
                      <a:pt x="171" y="285"/>
                      <a:pt x="171" y="489"/>
                    </a:cubicBezTo>
                    <a:cubicBezTo>
                      <a:pt x="171" y="656"/>
                      <a:pt x="134" y="829"/>
                      <a:pt x="14" y="952"/>
                    </a:cubicBezTo>
                    <a:cubicBezTo>
                      <a:pt x="0" y="966"/>
                      <a:pt x="0" y="966"/>
                      <a:pt x="0" y="969"/>
                    </a:cubicBezTo>
                    <a:cubicBezTo>
                      <a:pt x="0" y="975"/>
                      <a:pt x="6" y="980"/>
                      <a:pt x="11" y="980"/>
                    </a:cubicBezTo>
                    <a:cubicBezTo>
                      <a:pt x="20" y="980"/>
                      <a:pt x="109" y="913"/>
                      <a:pt x="165" y="788"/>
                    </a:cubicBezTo>
                    <a:cubicBezTo>
                      <a:pt x="216" y="681"/>
                      <a:pt x="230" y="572"/>
                      <a:pt x="230" y="48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4" name=""/>
              <p:cNvSpPr/>
              <p:nvPr/>
            </p:nvSpPr>
            <p:spPr>
              <a:xfrm>
                <a:off x="3579840" y="4113720"/>
                <a:ext cx="177480" cy="204120"/>
              </a:xfrm>
              <a:custGeom>
                <a:avLst/>
                <a:gdLst/>
                <a:ahLst/>
                <a:rect l="0" t="0" r="r" b="b"/>
                <a:pathLst>
                  <a:path w="493" h="567">
                    <a:moveTo>
                      <a:pt x="459" y="304"/>
                    </a:moveTo>
                    <a:cubicBezTo>
                      <a:pt x="476" y="304"/>
                      <a:pt x="493" y="303"/>
                      <a:pt x="493" y="282"/>
                    </a:cubicBezTo>
                    <a:cubicBezTo>
                      <a:pt x="493" y="261"/>
                      <a:pt x="476" y="263"/>
                      <a:pt x="459" y="263"/>
                    </a:cubicBezTo>
                    <a:cubicBezTo>
                      <a:pt x="320" y="263"/>
                      <a:pt x="181" y="263"/>
                      <a:pt x="42" y="263"/>
                    </a:cubicBezTo>
                    <a:cubicBezTo>
                      <a:pt x="53" y="134"/>
                      <a:pt x="168" y="39"/>
                      <a:pt x="305" y="39"/>
                    </a:cubicBezTo>
                    <a:cubicBezTo>
                      <a:pt x="356" y="39"/>
                      <a:pt x="408" y="39"/>
                      <a:pt x="459" y="39"/>
                    </a:cubicBezTo>
                    <a:cubicBezTo>
                      <a:pt x="476" y="39"/>
                      <a:pt x="493" y="39"/>
                      <a:pt x="493" y="20"/>
                    </a:cubicBezTo>
                    <a:cubicBezTo>
                      <a:pt x="493" y="0"/>
                      <a:pt x="476" y="0"/>
                      <a:pt x="459" y="0"/>
                    </a:cubicBezTo>
                    <a:cubicBezTo>
                      <a:pt x="407" y="0"/>
                      <a:pt x="355" y="0"/>
                      <a:pt x="302" y="0"/>
                    </a:cubicBezTo>
                    <a:cubicBezTo>
                      <a:pt x="134" y="0"/>
                      <a:pt x="0" y="124"/>
                      <a:pt x="0" y="282"/>
                    </a:cubicBezTo>
                    <a:cubicBezTo>
                      <a:pt x="0" y="440"/>
                      <a:pt x="134" y="567"/>
                      <a:pt x="302" y="567"/>
                    </a:cubicBezTo>
                    <a:cubicBezTo>
                      <a:pt x="355" y="567"/>
                      <a:pt x="407" y="567"/>
                      <a:pt x="459" y="567"/>
                    </a:cubicBezTo>
                    <a:cubicBezTo>
                      <a:pt x="476" y="567"/>
                      <a:pt x="493" y="567"/>
                      <a:pt x="493" y="547"/>
                    </a:cubicBezTo>
                    <a:cubicBezTo>
                      <a:pt x="493" y="528"/>
                      <a:pt x="476" y="528"/>
                      <a:pt x="459" y="528"/>
                    </a:cubicBezTo>
                    <a:cubicBezTo>
                      <a:pt x="408" y="528"/>
                      <a:pt x="356" y="528"/>
                      <a:pt x="305" y="528"/>
                    </a:cubicBezTo>
                    <a:cubicBezTo>
                      <a:pt x="168" y="528"/>
                      <a:pt x="53" y="433"/>
                      <a:pt x="42" y="304"/>
                    </a:cubicBezTo>
                    <a:cubicBezTo>
                      <a:pt x="181" y="304"/>
                      <a:pt x="320" y="304"/>
                      <a:pt x="459" y="304"/>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5" name=""/>
              <p:cNvSpPr/>
              <p:nvPr/>
            </p:nvSpPr>
            <p:spPr>
              <a:xfrm>
                <a:off x="3894480" y="4062240"/>
                <a:ext cx="239760" cy="248400"/>
              </a:xfrm>
              <a:custGeom>
                <a:avLst/>
                <a:gdLst/>
                <a:ahLst/>
                <a:rect l="0" t="0" r="r" b="b"/>
                <a:pathLst>
                  <a:path w="666" h="690">
                    <a:moveTo>
                      <a:pt x="84" y="89"/>
                    </a:moveTo>
                    <a:cubicBezTo>
                      <a:pt x="84" y="249"/>
                      <a:pt x="84" y="408"/>
                      <a:pt x="84" y="567"/>
                    </a:cubicBezTo>
                    <a:cubicBezTo>
                      <a:pt x="84" y="617"/>
                      <a:pt x="78" y="637"/>
                      <a:pt x="28" y="637"/>
                    </a:cubicBezTo>
                    <a:cubicBezTo>
                      <a:pt x="17" y="637"/>
                      <a:pt x="0" y="637"/>
                      <a:pt x="0" y="653"/>
                    </a:cubicBezTo>
                    <a:cubicBezTo>
                      <a:pt x="0" y="670"/>
                      <a:pt x="17" y="670"/>
                      <a:pt x="34" y="670"/>
                    </a:cubicBezTo>
                    <a:cubicBezTo>
                      <a:pt x="84" y="670"/>
                      <a:pt x="134" y="670"/>
                      <a:pt x="185" y="670"/>
                    </a:cubicBezTo>
                    <a:cubicBezTo>
                      <a:pt x="204" y="670"/>
                      <a:pt x="218" y="670"/>
                      <a:pt x="218" y="653"/>
                    </a:cubicBezTo>
                    <a:cubicBezTo>
                      <a:pt x="218" y="637"/>
                      <a:pt x="202" y="637"/>
                      <a:pt x="188" y="637"/>
                    </a:cubicBezTo>
                    <a:cubicBezTo>
                      <a:pt x="134" y="637"/>
                      <a:pt x="126" y="614"/>
                      <a:pt x="126" y="564"/>
                    </a:cubicBezTo>
                    <a:cubicBezTo>
                      <a:pt x="126" y="414"/>
                      <a:pt x="126" y="264"/>
                      <a:pt x="126" y="114"/>
                    </a:cubicBezTo>
                    <a:cubicBezTo>
                      <a:pt x="268" y="302"/>
                      <a:pt x="410" y="489"/>
                      <a:pt x="551" y="676"/>
                    </a:cubicBezTo>
                    <a:cubicBezTo>
                      <a:pt x="560" y="687"/>
                      <a:pt x="565" y="690"/>
                      <a:pt x="571" y="690"/>
                    </a:cubicBezTo>
                    <a:cubicBezTo>
                      <a:pt x="588" y="690"/>
                      <a:pt x="588" y="673"/>
                      <a:pt x="588" y="656"/>
                    </a:cubicBezTo>
                    <a:cubicBezTo>
                      <a:pt x="588" y="472"/>
                      <a:pt x="588" y="288"/>
                      <a:pt x="588" y="103"/>
                    </a:cubicBezTo>
                    <a:cubicBezTo>
                      <a:pt x="588" y="50"/>
                      <a:pt x="599" y="36"/>
                      <a:pt x="644" y="34"/>
                    </a:cubicBezTo>
                    <a:cubicBezTo>
                      <a:pt x="649" y="34"/>
                      <a:pt x="666" y="34"/>
                      <a:pt x="666" y="17"/>
                    </a:cubicBezTo>
                    <a:cubicBezTo>
                      <a:pt x="666" y="0"/>
                      <a:pt x="652" y="0"/>
                      <a:pt x="633" y="0"/>
                    </a:cubicBezTo>
                    <a:cubicBezTo>
                      <a:pt x="585" y="0"/>
                      <a:pt x="537" y="0"/>
                      <a:pt x="490" y="0"/>
                    </a:cubicBezTo>
                    <a:cubicBezTo>
                      <a:pt x="473" y="0"/>
                      <a:pt x="456" y="0"/>
                      <a:pt x="456" y="17"/>
                    </a:cubicBezTo>
                    <a:cubicBezTo>
                      <a:pt x="456" y="34"/>
                      <a:pt x="473" y="34"/>
                      <a:pt x="484" y="34"/>
                    </a:cubicBezTo>
                    <a:cubicBezTo>
                      <a:pt x="540" y="36"/>
                      <a:pt x="549" y="56"/>
                      <a:pt x="549" y="106"/>
                    </a:cubicBezTo>
                    <a:cubicBezTo>
                      <a:pt x="549" y="209"/>
                      <a:pt x="549" y="311"/>
                      <a:pt x="549" y="413"/>
                    </a:cubicBezTo>
                    <a:cubicBezTo>
                      <a:pt x="450" y="280"/>
                      <a:pt x="351" y="147"/>
                      <a:pt x="252" y="14"/>
                    </a:cubicBezTo>
                    <a:cubicBezTo>
                      <a:pt x="241" y="0"/>
                      <a:pt x="238" y="0"/>
                      <a:pt x="216" y="0"/>
                    </a:cubicBezTo>
                    <a:cubicBezTo>
                      <a:pt x="159" y="0"/>
                      <a:pt x="102" y="0"/>
                      <a:pt x="45" y="0"/>
                    </a:cubicBezTo>
                    <a:cubicBezTo>
                      <a:pt x="25" y="0"/>
                      <a:pt x="11" y="0"/>
                      <a:pt x="11" y="17"/>
                    </a:cubicBezTo>
                    <a:cubicBezTo>
                      <a:pt x="11" y="34"/>
                      <a:pt x="25" y="34"/>
                      <a:pt x="34" y="34"/>
                    </a:cubicBezTo>
                    <a:cubicBezTo>
                      <a:pt x="59" y="36"/>
                      <a:pt x="78" y="53"/>
                      <a:pt x="87" y="64"/>
                    </a:cubicBezTo>
                    <a:cubicBezTo>
                      <a:pt x="84" y="73"/>
                      <a:pt x="84" y="75"/>
                      <a:pt x="84" y="89"/>
                    </a:cubicBezTo>
                    <a:moveTo>
                      <a:pt x="554" y="620"/>
                    </a:moveTo>
                    <a:cubicBezTo>
                      <a:pt x="411" y="433"/>
                      <a:pt x="269" y="246"/>
                      <a:pt x="126" y="59"/>
                    </a:cubicBezTo>
                    <a:cubicBezTo>
                      <a:pt x="118" y="45"/>
                      <a:pt x="118" y="45"/>
                      <a:pt x="106" y="34"/>
                    </a:cubicBezTo>
                    <a:cubicBezTo>
                      <a:pt x="146" y="34"/>
                      <a:pt x="185" y="34"/>
                      <a:pt x="224" y="34"/>
                    </a:cubicBezTo>
                    <a:cubicBezTo>
                      <a:pt x="334" y="182"/>
                      <a:pt x="444" y="331"/>
                      <a:pt x="554" y="480"/>
                    </a:cubicBezTo>
                    <a:cubicBezTo>
                      <a:pt x="554" y="527"/>
                      <a:pt x="554" y="573"/>
                      <a:pt x="554" y="62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86" name=""/>
          <p:cNvGrpSpPr/>
          <p:nvPr/>
        </p:nvGrpSpPr>
        <p:grpSpPr>
          <a:xfrm>
            <a:off x="4176000" y="3908520"/>
            <a:ext cx="235080" cy="153720"/>
            <a:chOff x="4176000" y="3908520"/>
            <a:chExt cx="235080" cy="153720"/>
          </a:xfrm>
        </p:grpSpPr>
        <p:grpSp>
          <p:nvGrpSpPr>
            <p:cNvPr id="287" name=""/>
            <p:cNvGrpSpPr/>
            <p:nvPr/>
          </p:nvGrpSpPr>
          <p:grpSpPr>
            <a:xfrm>
              <a:off x="4176000" y="3908520"/>
              <a:ext cx="235080" cy="153720"/>
              <a:chOff x="4176000" y="3908520"/>
              <a:chExt cx="235080" cy="153720"/>
            </a:xfrm>
          </p:grpSpPr>
          <p:sp>
            <p:nvSpPr>
              <p:cNvPr id="288" name=""/>
              <p:cNvSpPr/>
              <p:nvPr/>
            </p:nvSpPr>
            <p:spPr>
              <a:xfrm>
                <a:off x="4186440" y="3920400"/>
                <a:ext cx="214200" cy="129960"/>
              </a:xfrm>
              <a:custGeom>
                <a:avLst/>
                <a:gdLst/>
                <a:ahLst/>
                <a:rect l="0" t="0" r="r" b="b"/>
                <a:pathLst>
                  <a:path w="595" h="361">
                    <a:moveTo>
                      <a:pt x="0" y="0"/>
                    </a:moveTo>
                    <a:cubicBezTo>
                      <a:pt x="198" y="0"/>
                      <a:pt x="397" y="0"/>
                      <a:pt x="595" y="0"/>
                    </a:cubicBezTo>
                    <a:cubicBezTo>
                      <a:pt x="595" y="120"/>
                      <a:pt x="595" y="241"/>
                      <a:pt x="595" y="361"/>
                    </a:cubicBezTo>
                    <a:cubicBezTo>
                      <a:pt x="397" y="361"/>
                      <a:pt x="198" y="361"/>
                      <a:pt x="0" y="361"/>
                    </a:cubicBezTo>
                    <a:cubicBezTo>
                      <a:pt x="0" y="241"/>
                      <a:pt x="0" y="120"/>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89" name=""/>
              <p:cNvSpPr/>
              <p:nvPr/>
            </p:nvSpPr>
            <p:spPr>
              <a:xfrm>
                <a:off x="4176000" y="3908520"/>
                <a:ext cx="137520" cy="153720"/>
              </a:xfrm>
              <a:custGeom>
                <a:avLst/>
                <a:gdLst/>
                <a:ahLst/>
                <a:rect l="0" t="0" r="r" b="b"/>
                <a:pathLst>
                  <a:path w="382" h="427">
                    <a:moveTo>
                      <a:pt x="202" y="225"/>
                    </a:moveTo>
                    <a:cubicBezTo>
                      <a:pt x="255" y="225"/>
                      <a:pt x="308" y="225"/>
                      <a:pt x="361" y="225"/>
                    </a:cubicBezTo>
                    <a:cubicBezTo>
                      <a:pt x="371" y="225"/>
                      <a:pt x="382" y="226"/>
                      <a:pt x="382" y="214"/>
                    </a:cubicBezTo>
                    <a:cubicBezTo>
                      <a:pt x="382" y="203"/>
                      <a:pt x="371" y="202"/>
                      <a:pt x="361" y="202"/>
                    </a:cubicBezTo>
                    <a:cubicBezTo>
                      <a:pt x="308" y="202"/>
                      <a:pt x="255" y="202"/>
                      <a:pt x="202" y="202"/>
                    </a:cubicBezTo>
                    <a:cubicBezTo>
                      <a:pt x="202" y="142"/>
                      <a:pt x="202" y="83"/>
                      <a:pt x="202" y="24"/>
                    </a:cubicBezTo>
                    <a:cubicBezTo>
                      <a:pt x="202" y="13"/>
                      <a:pt x="202" y="0"/>
                      <a:pt x="191" y="0"/>
                    </a:cubicBezTo>
                    <a:cubicBezTo>
                      <a:pt x="180" y="0"/>
                      <a:pt x="180" y="11"/>
                      <a:pt x="180" y="22"/>
                    </a:cubicBezTo>
                    <a:cubicBezTo>
                      <a:pt x="180" y="82"/>
                      <a:pt x="180" y="142"/>
                      <a:pt x="180" y="202"/>
                    </a:cubicBezTo>
                    <a:cubicBezTo>
                      <a:pt x="126" y="202"/>
                      <a:pt x="73" y="202"/>
                      <a:pt x="20" y="202"/>
                    </a:cubicBezTo>
                    <a:cubicBezTo>
                      <a:pt x="10" y="202"/>
                      <a:pt x="0" y="203"/>
                      <a:pt x="0" y="214"/>
                    </a:cubicBezTo>
                    <a:cubicBezTo>
                      <a:pt x="0" y="226"/>
                      <a:pt x="10" y="225"/>
                      <a:pt x="20" y="225"/>
                    </a:cubicBezTo>
                    <a:cubicBezTo>
                      <a:pt x="73" y="225"/>
                      <a:pt x="126" y="225"/>
                      <a:pt x="180" y="225"/>
                    </a:cubicBezTo>
                    <a:cubicBezTo>
                      <a:pt x="180" y="284"/>
                      <a:pt x="180" y="343"/>
                      <a:pt x="180" y="401"/>
                    </a:cubicBezTo>
                    <a:cubicBezTo>
                      <a:pt x="126" y="401"/>
                      <a:pt x="73" y="401"/>
                      <a:pt x="20" y="401"/>
                    </a:cubicBezTo>
                    <a:cubicBezTo>
                      <a:pt x="10" y="401"/>
                      <a:pt x="0" y="401"/>
                      <a:pt x="0" y="414"/>
                    </a:cubicBezTo>
                    <a:cubicBezTo>
                      <a:pt x="0" y="427"/>
                      <a:pt x="10" y="427"/>
                      <a:pt x="20" y="427"/>
                    </a:cubicBezTo>
                    <a:cubicBezTo>
                      <a:pt x="133" y="427"/>
                      <a:pt x="247" y="427"/>
                      <a:pt x="361" y="427"/>
                    </a:cubicBezTo>
                    <a:cubicBezTo>
                      <a:pt x="371" y="427"/>
                      <a:pt x="382" y="427"/>
                      <a:pt x="382" y="414"/>
                    </a:cubicBezTo>
                    <a:cubicBezTo>
                      <a:pt x="382" y="401"/>
                      <a:pt x="371" y="401"/>
                      <a:pt x="361" y="401"/>
                    </a:cubicBezTo>
                    <a:cubicBezTo>
                      <a:pt x="308" y="401"/>
                      <a:pt x="255" y="401"/>
                      <a:pt x="202" y="401"/>
                    </a:cubicBezTo>
                    <a:cubicBezTo>
                      <a:pt x="202" y="343"/>
                      <a:pt x="202" y="284"/>
                      <a:pt x="202" y="225"/>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90" name=""/>
              <p:cNvSpPr/>
              <p:nvPr/>
            </p:nvSpPr>
            <p:spPr>
              <a:xfrm>
                <a:off x="4343040" y="3908520"/>
                <a:ext cx="68040" cy="153720"/>
              </a:xfrm>
              <a:custGeom>
                <a:avLst/>
                <a:gdLst/>
                <a:ahLst/>
                <a:rect l="0" t="0" r="r" b="b"/>
                <a:pathLst>
                  <a:path w="189" h="427">
                    <a:moveTo>
                      <a:pt x="117" y="16"/>
                    </a:moveTo>
                    <a:cubicBezTo>
                      <a:pt x="117" y="2"/>
                      <a:pt x="117" y="0"/>
                      <a:pt x="104" y="0"/>
                    </a:cubicBezTo>
                    <a:cubicBezTo>
                      <a:pt x="68" y="40"/>
                      <a:pt x="19" y="40"/>
                      <a:pt x="0" y="40"/>
                    </a:cubicBezTo>
                    <a:cubicBezTo>
                      <a:pt x="0" y="47"/>
                      <a:pt x="0" y="54"/>
                      <a:pt x="0" y="60"/>
                    </a:cubicBezTo>
                    <a:cubicBezTo>
                      <a:pt x="11" y="60"/>
                      <a:pt x="45" y="60"/>
                      <a:pt x="75" y="44"/>
                    </a:cubicBezTo>
                    <a:cubicBezTo>
                      <a:pt x="75" y="155"/>
                      <a:pt x="75" y="265"/>
                      <a:pt x="75" y="376"/>
                    </a:cubicBezTo>
                    <a:cubicBezTo>
                      <a:pt x="75" y="400"/>
                      <a:pt x="73" y="407"/>
                      <a:pt x="22" y="407"/>
                    </a:cubicBezTo>
                    <a:cubicBezTo>
                      <a:pt x="16" y="407"/>
                      <a:pt x="9" y="407"/>
                      <a:pt x="3" y="407"/>
                    </a:cubicBezTo>
                    <a:cubicBezTo>
                      <a:pt x="3" y="414"/>
                      <a:pt x="3" y="420"/>
                      <a:pt x="3" y="427"/>
                    </a:cubicBezTo>
                    <a:cubicBezTo>
                      <a:pt x="24" y="425"/>
                      <a:pt x="73" y="425"/>
                      <a:pt x="96" y="425"/>
                    </a:cubicBezTo>
                    <a:cubicBezTo>
                      <a:pt x="119" y="425"/>
                      <a:pt x="169" y="425"/>
                      <a:pt x="189" y="427"/>
                    </a:cubicBezTo>
                    <a:cubicBezTo>
                      <a:pt x="189" y="420"/>
                      <a:pt x="189" y="414"/>
                      <a:pt x="189" y="407"/>
                    </a:cubicBezTo>
                    <a:cubicBezTo>
                      <a:pt x="183" y="407"/>
                      <a:pt x="177" y="407"/>
                      <a:pt x="171" y="407"/>
                    </a:cubicBezTo>
                    <a:cubicBezTo>
                      <a:pt x="119" y="407"/>
                      <a:pt x="117" y="400"/>
                      <a:pt x="117" y="376"/>
                    </a:cubicBezTo>
                    <a:cubicBezTo>
                      <a:pt x="117" y="256"/>
                      <a:pt x="117" y="136"/>
                      <a:pt x="117" y="16"/>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spcAft>
                <a:spcPts val="1060"/>
              </a:spcAft>
              <a:buNone/>
            </a:pPr>
            <a:r>
              <a:rPr b="0" lang="en-GB" sz="3300" spc="-1" strike="noStrike">
                <a:solidFill>
                  <a:srgbClr val="ffffff"/>
                </a:solidFill>
                <a:latin typeface="Arial"/>
              </a:rPr>
              <a:t>CMB with different </a:t>
            </a:r>
            <a:endParaRPr b="0" lang="en-GB" sz="3300" spc="-1" strike="noStrike">
              <a:solidFill>
                <a:srgbClr val="ffffff"/>
              </a:solidFill>
              <a:latin typeface="Arial"/>
            </a:endParaRPr>
          </a:p>
        </p:txBody>
      </p:sp>
      <p:sp>
        <p:nvSpPr>
          <p:cNvPr id="292" name="PlaceHolder 2"/>
          <p:cNvSpPr>
            <a:spLocks noGrp="1"/>
          </p:cNvSpPr>
          <p:nvPr>
            <p:ph/>
          </p:nvPr>
        </p:nvSpPr>
        <p:spPr>
          <a:xfrm>
            <a:off x="216000" y="2448000"/>
            <a:ext cx="3240000" cy="2484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Modify CLASS code to allow different</a:t>
            </a:r>
            <a:endParaRPr b="0" lang="en-GB" sz="24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400" spc="-1" strike="noStrike">
                <a:solidFill>
                  <a:srgbClr val="000000"/>
                </a:solidFill>
                <a:latin typeface="Arial"/>
              </a:rPr>
              <a:t>The larger              </a:t>
            </a:r>
            <a:br>
              <a:rPr sz="2400"/>
            </a:br>
            <a:r>
              <a:rPr b="0" lang="en-GB" sz="2400" spc="-1" strike="noStrike">
                <a:solidFill>
                  <a:srgbClr val="000000"/>
                </a:solidFill>
                <a:latin typeface="Arial"/>
              </a:rPr>
              <a:t>The more fluctuation in high-l modes. </a:t>
            </a:r>
            <a:endParaRPr b="0" lang="en-GB" sz="2400" spc="-1" strike="noStrike">
              <a:solidFill>
                <a:srgbClr val="000000"/>
              </a:solidFill>
              <a:latin typeface="Arial"/>
            </a:endParaRPr>
          </a:p>
        </p:txBody>
      </p:sp>
      <p:pic>
        <p:nvPicPr>
          <p:cNvPr id="293" name="" descr=""/>
          <p:cNvPicPr/>
          <p:nvPr/>
        </p:nvPicPr>
        <p:blipFill>
          <a:blip r:embed="rId1">
            <a:alphaModFix amt="70000"/>
          </a:blip>
          <a:stretch/>
        </p:blipFill>
        <p:spPr>
          <a:xfrm>
            <a:off x="3528000" y="1260000"/>
            <a:ext cx="6615360" cy="4410000"/>
          </a:xfrm>
          <a:prstGeom prst="rect">
            <a:avLst/>
          </a:prstGeom>
          <a:ln w="18000">
            <a:noFill/>
          </a:ln>
        </p:spPr>
      </p:pic>
      <p:grpSp>
        <p:nvGrpSpPr>
          <p:cNvPr id="294" name=""/>
          <p:cNvGrpSpPr/>
          <p:nvPr/>
        </p:nvGrpSpPr>
        <p:grpSpPr>
          <a:xfrm>
            <a:off x="6840000" y="540000"/>
            <a:ext cx="720000" cy="360000"/>
            <a:chOff x="6840000" y="540000"/>
            <a:chExt cx="720000" cy="360000"/>
          </a:xfrm>
        </p:grpSpPr>
        <p:grpSp>
          <p:nvGrpSpPr>
            <p:cNvPr id="295" name=""/>
            <p:cNvGrpSpPr/>
            <p:nvPr/>
          </p:nvGrpSpPr>
          <p:grpSpPr>
            <a:xfrm>
              <a:off x="6840000" y="540000"/>
              <a:ext cx="720000" cy="360000"/>
              <a:chOff x="6840000" y="540000"/>
              <a:chExt cx="720000" cy="360000"/>
            </a:xfrm>
          </p:grpSpPr>
          <p:sp>
            <p:nvSpPr>
              <p:cNvPr id="296" name=""/>
              <p:cNvSpPr/>
              <p:nvPr/>
            </p:nvSpPr>
            <p:spPr>
              <a:xfrm>
                <a:off x="6840000" y="540000"/>
                <a:ext cx="360000" cy="351360"/>
              </a:xfrm>
              <a:custGeom>
                <a:avLst/>
                <a:gdLst/>
                <a:ahLst/>
                <a:rect l="0" t="0" r="r" b="b"/>
                <a:pathLst>
                  <a:path w="1000" h="976">
                    <a:moveTo>
                      <a:pt x="537" y="23"/>
                    </a:moveTo>
                    <a:cubicBezTo>
                      <a:pt x="525" y="8"/>
                      <a:pt x="521" y="0"/>
                      <a:pt x="498" y="0"/>
                    </a:cubicBezTo>
                    <a:cubicBezTo>
                      <a:pt x="475" y="0"/>
                      <a:pt x="475" y="8"/>
                      <a:pt x="463" y="23"/>
                    </a:cubicBezTo>
                    <a:cubicBezTo>
                      <a:pt x="312" y="332"/>
                      <a:pt x="160" y="641"/>
                      <a:pt x="8" y="949"/>
                    </a:cubicBezTo>
                    <a:cubicBezTo>
                      <a:pt x="0" y="961"/>
                      <a:pt x="3" y="959"/>
                      <a:pt x="0" y="965"/>
                    </a:cubicBezTo>
                    <a:cubicBezTo>
                      <a:pt x="0" y="976"/>
                      <a:pt x="8" y="976"/>
                      <a:pt x="31" y="976"/>
                    </a:cubicBezTo>
                    <a:cubicBezTo>
                      <a:pt x="344" y="976"/>
                      <a:pt x="656" y="976"/>
                      <a:pt x="969" y="976"/>
                    </a:cubicBezTo>
                    <a:cubicBezTo>
                      <a:pt x="992" y="976"/>
                      <a:pt x="1000" y="976"/>
                      <a:pt x="1000" y="965"/>
                    </a:cubicBezTo>
                    <a:cubicBezTo>
                      <a:pt x="998" y="959"/>
                      <a:pt x="1000" y="961"/>
                      <a:pt x="992" y="949"/>
                    </a:cubicBezTo>
                    <a:cubicBezTo>
                      <a:pt x="841" y="641"/>
                      <a:pt x="689" y="332"/>
                      <a:pt x="537" y="23"/>
                    </a:cubicBezTo>
                    <a:moveTo>
                      <a:pt x="456" y="136"/>
                    </a:moveTo>
                    <a:cubicBezTo>
                      <a:pt x="578" y="381"/>
                      <a:pt x="700" y="626"/>
                      <a:pt x="823" y="871"/>
                    </a:cubicBezTo>
                    <a:cubicBezTo>
                      <a:pt x="579" y="871"/>
                      <a:pt x="336" y="871"/>
                      <a:pt x="93" y="871"/>
                    </a:cubicBezTo>
                    <a:cubicBezTo>
                      <a:pt x="214" y="626"/>
                      <a:pt x="335" y="381"/>
                      <a:pt x="456" y="136"/>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297" name=""/>
              <p:cNvSpPr/>
              <p:nvPr/>
            </p:nvSpPr>
            <p:spPr>
              <a:xfrm>
                <a:off x="7244640" y="540000"/>
                <a:ext cx="315360" cy="360000"/>
              </a:xfrm>
              <a:custGeom>
                <a:avLst/>
                <a:gdLst/>
                <a:ahLst/>
                <a:rect l="0" t="0" r="r" b="b"/>
                <a:pathLst>
                  <a:path w="876" h="1000">
                    <a:moveTo>
                      <a:pt x="446" y="16"/>
                    </a:moveTo>
                    <a:cubicBezTo>
                      <a:pt x="446" y="12"/>
                      <a:pt x="446" y="0"/>
                      <a:pt x="424" y="0"/>
                    </a:cubicBezTo>
                    <a:cubicBezTo>
                      <a:pt x="380" y="0"/>
                      <a:pt x="237" y="12"/>
                      <a:pt x="187" y="12"/>
                    </a:cubicBezTo>
                    <a:cubicBezTo>
                      <a:pt x="171" y="16"/>
                      <a:pt x="149" y="16"/>
                      <a:pt x="149" y="40"/>
                    </a:cubicBezTo>
                    <a:cubicBezTo>
                      <a:pt x="149" y="57"/>
                      <a:pt x="171" y="57"/>
                      <a:pt x="198" y="57"/>
                    </a:cubicBezTo>
                    <a:cubicBezTo>
                      <a:pt x="292" y="57"/>
                      <a:pt x="292" y="69"/>
                      <a:pt x="292" y="81"/>
                    </a:cubicBezTo>
                    <a:cubicBezTo>
                      <a:pt x="290" y="90"/>
                      <a:pt x="288" y="100"/>
                      <a:pt x="286" y="109"/>
                    </a:cubicBezTo>
                    <a:cubicBezTo>
                      <a:pt x="195" y="382"/>
                      <a:pt x="103" y="655"/>
                      <a:pt x="11" y="927"/>
                    </a:cubicBezTo>
                    <a:cubicBezTo>
                      <a:pt x="0" y="947"/>
                      <a:pt x="0" y="951"/>
                      <a:pt x="0" y="959"/>
                    </a:cubicBezTo>
                    <a:cubicBezTo>
                      <a:pt x="0" y="992"/>
                      <a:pt x="39" y="1000"/>
                      <a:pt x="55" y="1000"/>
                    </a:cubicBezTo>
                    <a:cubicBezTo>
                      <a:pt x="83" y="1000"/>
                      <a:pt x="110" y="988"/>
                      <a:pt x="121" y="972"/>
                    </a:cubicBezTo>
                    <a:cubicBezTo>
                      <a:pt x="132" y="955"/>
                      <a:pt x="220" y="696"/>
                      <a:pt x="231" y="660"/>
                    </a:cubicBezTo>
                    <a:cubicBezTo>
                      <a:pt x="297" y="664"/>
                      <a:pt x="457" y="684"/>
                      <a:pt x="457" y="781"/>
                    </a:cubicBezTo>
                    <a:cubicBezTo>
                      <a:pt x="457" y="789"/>
                      <a:pt x="457" y="794"/>
                      <a:pt x="446" y="810"/>
                    </a:cubicBezTo>
                    <a:cubicBezTo>
                      <a:pt x="446" y="826"/>
                      <a:pt x="441" y="842"/>
                      <a:pt x="441" y="858"/>
                    </a:cubicBezTo>
                    <a:cubicBezTo>
                      <a:pt x="441" y="943"/>
                      <a:pt x="518" y="1000"/>
                      <a:pt x="617" y="1000"/>
                    </a:cubicBezTo>
                    <a:cubicBezTo>
                      <a:pt x="677" y="1000"/>
                      <a:pt x="727" y="976"/>
                      <a:pt x="771" y="923"/>
                    </a:cubicBezTo>
                    <a:cubicBezTo>
                      <a:pt x="820" y="862"/>
                      <a:pt x="843" y="785"/>
                      <a:pt x="843" y="781"/>
                    </a:cubicBezTo>
                    <a:cubicBezTo>
                      <a:pt x="843" y="765"/>
                      <a:pt x="826" y="765"/>
                      <a:pt x="815" y="765"/>
                    </a:cubicBezTo>
                    <a:cubicBezTo>
                      <a:pt x="798" y="765"/>
                      <a:pt x="798" y="773"/>
                      <a:pt x="793" y="794"/>
                    </a:cubicBezTo>
                    <a:cubicBezTo>
                      <a:pt x="754" y="895"/>
                      <a:pt x="705" y="968"/>
                      <a:pt x="622" y="968"/>
                    </a:cubicBezTo>
                    <a:cubicBezTo>
                      <a:pt x="584" y="968"/>
                      <a:pt x="562" y="951"/>
                      <a:pt x="562" y="903"/>
                    </a:cubicBezTo>
                    <a:cubicBezTo>
                      <a:pt x="562" y="879"/>
                      <a:pt x="567" y="846"/>
                      <a:pt x="578" y="822"/>
                    </a:cubicBezTo>
                    <a:cubicBezTo>
                      <a:pt x="584" y="798"/>
                      <a:pt x="584" y="794"/>
                      <a:pt x="584" y="777"/>
                    </a:cubicBezTo>
                    <a:cubicBezTo>
                      <a:pt x="584" y="684"/>
                      <a:pt x="463" y="644"/>
                      <a:pt x="297" y="628"/>
                    </a:cubicBezTo>
                    <a:cubicBezTo>
                      <a:pt x="358" y="603"/>
                      <a:pt x="419" y="559"/>
                      <a:pt x="463" y="522"/>
                    </a:cubicBezTo>
                    <a:cubicBezTo>
                      <a:pt x="556" y="449"/>
                      <a:pt x="644" y="389"/>
                      <a:pt x="738" y="389"/>
                    </a:cubicBezTo>
                    <a:cubicBezTo>
                      <a:pt x="754" y="389"/>
                      <a:pt x="754" y="389"/>
                      <a:pt x="760" y="389"/>
                    </a:cubicBezTo>
                    <a:cubicBezTo>
                      <a:pt x="782" y="393"/>
                      <a:pt x="782" y="393"/>
                      <a:pt x="798" y="401"/>
                    </a:cubicBezTo>
                    <a:cubicBezTo>
                      <a:pt x="804" y="401"/>
                      <a:pt x="802" y="403"/>
                      <a:pt x="804" y="405"/>
                    </a:cubicBezTo>
                    <a:cubicBezTo>
                      <a:pt x="716" y="409"/>
                      <a:pt x="694" y="466"/>
                      <a:pt x="694" y="482"/>
                    </a:cubicBezTo>
                    <a:cubicBezTo>
                      <a:pt x="694" y="506"/>
                      <a:pt x="716" y="534"/>
                      <a:pt x="771" y="534"/>
                    </a:cubicBezTo>
                    <a:cubicBezTo>
                      <a:pt x="820" y="534"/>
                      <a:pt x="876" y="502"/>
                      <a:pt x="876" y="445"/>
                    </a:cubicBezTo>
                    <a:cubicBezTo>
                      <a:pt x="876" y="405"/>
                      <a:pt x="832" y="356"/>
                      <a:pt x="743" y="356"/>
                    </a:cubicBezTo>
                    <a:cubicBezTo>
                      <a:pt x="688" y="356"/>
                      <a:pt x="600" y="368"/>
                      <a:pt x="463" y="482"/>
                    </a:cubicBezTo>
                    <a:cubicBezTo>
                      <a:pt x="396" y="534"/>
                      <a:pt x="319" y="591"/>
                      <a:pt x="248" y="615"/>
                    </a:cubicBezTo>
                    <a:cubicBezTo>
                      <a:pt x="314" y="416"/>
                      <a:pt x="380" y="216"/>
                      <a:pt x="446" y="16"/>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298" name=""/>
          <p:cNvGrpSpPr/>
          <p:nvPr/>
        </p:nvGrpSpPr>
        <p:grpSpPr>
          <a:xfrm>
            <a:off x="2927520" y="2808000"/>
            <a:ext cx="456480" cy="255960"/>
            <a:chOff x="2927520" y="2808000"/>
            <a:chExt cx="456480" cy="255960"/>
          </a:xfrm>
        </p:grpSpPr>
        <p:grpSp>
          <p:nvGrpSpPr>
            <p:cNvPr id="299" name=""/>
            <p:cNvGrpSpPr/>
            <p:nvPr/>
          </p:nvGrpSpPr>
          <p:grpSpPr>
            <a:xfrm>
              <a:off x="2927520" y="2808000"/>
              <a:ext cx="456480" cy="255960"/>
              <a:chOff x="2927520" y="2808000"/>
              <a:chExt cx="456480" cy="255960"/>
            </a:xfrm>
          </p:grpSpPr>
          <p:sp>
            <p:nvSpPr>
              <p:cNvPr id="300" name=""/>
              <p:cNvSpPr/>
              <p:nvPr/>
            </p:nvSpPr>
            <p:spPr>
              <a:xfrm>
                <a:off x="2945520" y="2826000"/>
                <a:ext cx="420120" cy="219960"/>
              </a:xfrm>
              <a:custGeom>
                <a:avLst/>
                <a:gdLst/>
                <a:ahLst/>
                <a:rect l="0" t="0" r="r" b="b"/>
                <a:pathLst>
                  <a:path w="1167" h="611">
                    <a:moveTo>
                      <a:pt x="0" y="0"/>
                    </a:moveTo>
                    <a:cubicBezTo>
                      <a:pt x="389" y="0"/>
                      <a:pt x="778" y="0"/>
                      <a:pt x="1167" y="0"/>
                    </a:cubicBezTo>
                    <a:cubicBezTo>
                      <a:pt x="1167" y="204"/>
                      <a:pt x="1167" y="407"/>
                      <a:pt x="1167" y="611"/>
                    </a:cubicBezTo>
                    <a:cubicBezTo>
                      <a:pt x="778" y="611"/>
                      <a:pt x="389" y="611"/>
                      <a:pt x="0" y="611"/>
                    </a:cubicBezTo>
                    <a:cubicBezTo>
                      <a:pt x="0" y="407"/>
                      <a:pt x="0" y="204"/>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1" name=""/>
              <p:cNvSpPr/>
              <p:nvPr/>
            </p:nvSpPr>
            <p:spPr>
              <a:xfrm>
                <a:off x="2927520" y="2808000"/>
                <a:ext cx="260280" cy="252000"/>
              </a:xfrm>
              <a:custGeom>
                <a:avLst/>
                <a:gdLst/>
                <a:ahLst/>
                <a:rect l="0" t="0" r="r" b="b"/>
                <a:pathLst>
                  <a:path w="723" h="700">
                    <a:moveTo>
                      <a:pt x="388" y="17"/>
                    </a:moveTo>
                    <a:cubicBezTo>
                      <a:pt x="380" y="6"/>
                      <a:pt x="377" y="0"/>
                      <a:pt x="360" y="0"/>
                    </a:cubicBezTo>
                    <a:cubicBezTo>
                      <a:pt x="344" y="0"/>
                      <a:pt x="344" y="6"/>
                      <a:pt x="335" y="17"/>
                    </a:cubicBezTo>
                    <a:cubicBezTo>
                      <a:pt x="225" y="238"/>
                      <a:pt x="115" y="459"/>
                      <a:pt x="6" y="680"/>
                    </a:cubicBezTo>
                    <a:cubicBezTo>
                      <a:pt x="0" y="689"/>
                      <a:pt x="2" y="688"/>
                      <a:pt x="0" y="691"/>
                    </a:cubicBezTo>
                    <a:cubicBezTo>
                      <a:pt x="0" y="700"/>
                      <a:pt x="6" y="700"/>
                      <a:pt x="22" y="700"/>
                    </a:cubicBezTo>
                    <a:cubicBezTo>
                      <a:pt x="249" y="700"/>
                      <a:pt x="475" y="700"/>
                      <a:pt x="701" y="700"/>
                    </a:cubicBezTo>
                    <a:cubicBezTo>
                      <a:pt x="718" y="700"/>
                      <a:pt x="723" y="700"/>
                      <a:pt x="723" y="691"/>
                    </a:cubicBezTo>
                    <a:cubicBezTo>
                      <a:pt x="722" y="688"/>
                      <a:pt x="723" y="689"/>
                      <a:pt x="718" y="680"/>
                    </a:cubicBezTo>
                    <a:cubicBezTo>
                      <a:pt x="608" y="459"/>
                      <a:pt x="498" y="238"/>
                      <a:pt x="388" y="17"/>
                    </a:cubicBezTo>
                    <a:moveTo>
                      <a:pt x="330" y="98"/>
                    </a:moveTo>
                    <a:cubicBezTo>
                      <a:pt x="418" y="273"/>
                      <a:pt x="506" y="449"/>
                      <a:pt x="595" y="625"/>
                    </a:cubicBezTo>
                    <a:cubicBezTo>
                      <a:pt x="419" y="625"/>
                      <a:pt x="243" y="625"/>
                      <a:pt x="67" y="625"/>
                    </a:cubicBezTo>
                    <a:cubicBezTo>
                      <a:pt x="155" y="449"/>
                      <a:pt x="242" y="273"/>
                      <a:pt x="330"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2" name=""/>
              <p:cNvSpPr/>
              <p:nvPr/>
            </p:nvSpPr>
            <p:spPr>
              <a:xfrm>
                <a:off x="3224160" y="2815920"/>
                <a:ext cx="159840" cy="248040"/>
              </a:xfrm>
              <a:custGeom>
                <a:avLst/>
                <a:gdLst/>
                <a:ahLst/>
                <a:rect l="0" t="0" r="r" b="b"/>
                <a:pathLst>
                  <a:path w="444" h="689">
                    <a:moveTo>
                      <a:pt x="226" y="11"/>
                    </a:moveTo>
                    <a:cubicBezTo>
                      <a:pt x="226" y="8"/>
                      <a:pt x="226" y="0"/>
                      <a:pt x="215" y="0"/>
                    </a:cubicBezTo>
                    <a:cubicBezTo>
                      <a:pt x="193" y="0"/>
                      <a:pt x="120" y="8"/>
                      <a:pt x="95" y="8"/>
                    </a:cubicBezTo>
                    <a:cubicBezTo>
                      <a:pt x="87" y="11"/>
                      <a:pt x="75" y="11"/>
                      <a:pt x="75" y="28"/>
                    </a:cubicBezTo>
                    <a:cubicBezTo>
                      <a:pt x="75" y="39"/>
                      <a:pt x="87" y="39"/>
                      <a:pt x="101" y="39"/>
                    </a:cubicBezTo>
                    <a:cubicBezTo>
                      <a:pt x="148" y="39"/>
                      <a:pt x="148" y="47"/>
                      <a:pt x="148" y="56"/>
                    </a:cubicBezTo>
                    <a:cubicBezTo>
                      <a:pt x="147" y="62"/>
                      <a:pt x="146" y="69"/>
                      <a:pt x="145" y="75"/>
                    </a:cubicBezTo>
                    <a:cubicBezTo>
                      <a:pt x="99" y="263"/>
                      <a:pt x="52" y="451"/>
                      <a:pt x="6" y="639"/>
                    </a:cubicBezTo>
                    <a:cubicBezTo>
                      <a:pt x="0" y="652"/>
                      <a:pt x="0" y="655"/>
                      <a:pt x="0" y="661"/>
                    </a:cubicBezTo>
                    <a:cubicBezTo>
                      <a:pt x="0" y="683"/>
                      <a:pt x="20" y="689"/>
                      <a:pt x="28" y="689"/>
                    </a:cubicBezTo>
                    <a:cubicBezTo>
                      <a:pt x="42" y="689"/>
                      <a:pt x="56" y="680"/>
                      <a:pt x="61" y="669"/>
                    </a:cubicBezTo>
                    <a:cubicBezTo>
                      <a:pt x="67" y="658"/>
                      <a:pt x="112" y="480"/>
                      <a:pt x="117" y="454"/>
                    </a:cubicBezTo>
                    <a:cubicBezTo>
                      <a:pt x="151" y="457"/>
                      <a:pt x="232" y="471"/>
                      <a:pt x="232" y="538"/>
                    </a:cubicBezTo>
                    <a:cubicBezTo>
                      <a:pt x="232" y="544"/>
                      <a:pt x="232" y="547"/>
                      <a:pt x="226" y="558"/>
                    </a:cubicBezTo>
                    <a:cubicBezTo>
                      <a:pt x="226" y="569"/>
                      <a:pt x="223" y="580"/>
                      <a:pt x="223" y="591"/>
                    </a:cubicBezTo>
                    <a:cubicBezTo>
                      <a:pt x="223" y="650"/>
                      <a:pt x="263" y="689"/>
                      <a:pt x="313" y="689"/>
                    </a:cubicBezTo>
                    <a:cubicBezTo>
                      <a:pt x="344" y="689"/>
                      <a:pt x="369" y="672"/>
                      <a:pt x="391" y="636"/>
                    </a:cubicBezTo>
                    <a:cubicBezTo>
                      <a:pt x="416" y="594"/>
                      <a:pt x="427" y="541"/>
                      <a:pt x="427" y="538"/>
                    </a:cubicBezTo>
                    <a:cubicBezTo>
                      <a:pt x="427" y="527"/>
                      <a:pt x="419" y="527"/>
                      <a:pt x="413" y="527"/>
                    </a:cubicBezTo>
                    <a:cubicBezTo>
                      <a:pt x="405" y="527"/>
                      <a:pt x="405" y="533"/>
                      <a:pt x="402" y="547"/>
                    </a:cubicBezTo>
                    <a:cubicBezTo>
                      <a:pt x="383" y="616"/>
                      <a:pt x="357" y="666"/>
                      <a:pt x="316" y="666"/>
                    </a:cubicBezTo>
                    <a:cubicBezTo>
                      <a:pt x="296" y="666"/>
                      <a:pt x="285" y="655"/>
                      <a:pt x="285" y="622"/>
                    </a:cubicBezTo>
                    <a:cubicBezTo>
                      <a:pt x="285" y="605"/>
                      <a:pt x="288" y="583"/>
                      <a:pt x="293" y="566"/>
                    </a:cubicBezTo>
                    <a:cubicBezTo>
                      <a:pt x="296" y="549"/>
                      <a:pt x="296" y="547"/>
                      <a:pt x="296" y="535"/>
                    </a:cubicBezTo>
                    <a:cubicBezTo>
                      <a:pt x="296" y="471"/>
                      <a:pt x="235" y="443"/>
                      <a:pt x="151" y="432"/>
                    </a:cubicBezTo>
                    <a:cubicBezTo>
                      <a:pt x="182" y="415"/>
                      <a:pt x="212" y="385"/>
                      <a:pt x="235" y="360"/>
                    </a:cubicBezTo>
                    <a:cubicBezTo>
                      <a:pt x="282" y="309"/>
                      <a:pt x="327" y="268"/>
                      <a:pt x="374" y="268"/>
                    </a:cubicBezTo>
                    <a:cubicBezTo>
                      <a:pt x="383" y="268"/>
                      <a:pt x="383" y="268"/>
                      <a:pt x="385" y="268"/>
                    </a:cubicBezTo>
                    <a:cubicBezTo>
                      <a:pt x="397" y="270"/>
                      <a:pt x="397" y="270"/>
                      <a:pt x="405" y="276"/>
                    </a:cubicBezTo>
                    <a:cubicBezTo>
                      <a:pt x="408" y="276"/>
                      <a:pt x="407" y="278"/>
                      <a:pt x="408" y="279"/>
                    </a:cubicBezTo>
                    <a:cubicBezTo>
                      <a:pt x="363" y="282"/>
                      <a:pt x="352" y="321"/>
                      <a:pt x="352" y="332"/>
                    </a:cubicBezTo>
                    <a:cubicBezTo>
                      <a:pt x="352" y="349"/>
                      <a:pt x="363" y="368"/>
                      <a:pt x="391" y="368"/>
                    </a:cubicBezTo>
                    <a:cubicBezTo>
                      <a:pt x="416" y="368"/>
                      <a:pt x="444" y="346"/>
                      <a:pt x="444" y="307"/>
                    </a:cubicBezTo>
                    <a:cubicBezTo>
                      <a:pt x="444" y="279"/>
                      <a:pt x="422" y="245"/>
                      <a:pt x="377" y="245"/>
                    </a:cubicBezTo>
                    <a:cubicBezTo>
                      <a:pt x="349" y="245"/>
                      <a:pt x="304" y="254"/>
                      <a:pt x="235" y="332"/>
                    </a:cubicBezTo>
                    <a:cubicBezTo>
                      <a:pt x="201" y="368"/>
                      <a:pt x="162" y="407"/>
                      <a:pt x="126" y="424"/>
                    </a:cubicBezTo>
                    <a:cubicBezTo>
                      <a:pt x="159" y="286"/>
                      <a:pt x="193" y="149"/>
                      <a:pt x="226"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grpSp>
        <p:nvGrpSpPr>
          <p:cNvPr id="303" name=""/>
          <p:cNvGrpSpPr/>
          <p:nvPr/>
        </p:nvGrpSpPr>
        <p:grpSpPr>
          <a:xfrm>
            <a:off x="2098800" y="3328920"/>
            <a:ext cx="1128960" cy="320400"/>
            <a:chOff x="2098800" y="3328920"/>
            <a:chExt cx="1128960" cy="320400"/>
          </a:xfrm>
        </p:grpSpPr>
        <p:grpSp>
          <p:nvGrpSpPr>
            <p:cNvPr id="304" name=""/>
            <p:cNvGrpSpPr/>
            <p:nvPr/>
          </p:nvGrpSpPr>
          <p:grpSpPr>
            <a:xfrm>
              <a:off x="2098800" y="3328920"/>
              <a:ext cx="1128960" cy="320400"/>
              <a:chOff x="2098800" y="3328920"/>
              <a:chExt cx="1128960" cy="320400"/>
            </a:xfrm>
          </p:grpSpPr>
          <p:sp>
            <p:nvSpPr>
              <p:cNvPr id="305" name=""/>
              <p:cNvSpPr/>
              <p:nvPr/>
            </p:nvSpPr>
            <p:spPr>
              <a:xfrm>
                <a:off x="2116800" y="3346920"/>
                <a:ext cx="1092600" cy="284400"/>
              </a:xfrm>
              <a:custGeom>
                <a:avLst/>
                <a:gdLst/>
                <a:ahLst/>
                <a:rect l="0" t="0" r="r" b="b"/>
                <a:pathLst>
                  <a:path w="3035" h="790">
                    <a:moveTo>
                      <a:pt x="0" y="0"/>
                    </a:moveTo>
                    <a:cubicBezTo>
                      <a:pt x="1012" y="0"/>
                      <a:pt x="2024" y="0"/>
                      <a:pt x="3035" y="0"/>
                    </a:cubicBezTo>
                    <a:cubicBezTo>
                      <a:pt x="3035" y="263"/>
                      <a:pt x="3035" y="527"/>
                      <a:pt x="3035" y="790"/>
                    </a:cubicBezTo>
                    <a:cubicBezTo>
                      <a:pt x="2024" y="790"/>
                      <a:pt x="1012" y="790"/>
                      <a:pt x="0" y="790"/>
                    </a:cubicBezTo>
                    <a:cubicBezTo>
                      <a:pt x="0" y="527"/>
                      <a:pt x="0" y="26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6" name=""/>
              <p:cNvSpPr/>
              <p:nvPr/>
            </p:nvSpPr>
            <p:spPr>
              <a:xfrm>
                <a:off x="2098800" y="3328920"/>
                <a:ext cx="261000" cy="252000"/>
              </a:xfrm>
              <a:custGeom>
                <a:avLst/>
                <a:gdLst/>
                <a:ahLst/>
                <a:rect l="0" t="0" r="r" b="b"/>
                <a:pathLst>
                  <a:path w="725" h="700">
                    <a:moveTo>
                      <a:pt x="389" y="20"/>
                    </a:moveTo>
                    <a:cubicBezTo>
                      <a:pt x="380" y="6"/>
                      <a:pt x="380" y="0"/>
                      <a:pt x="364" y="0"/>
                    </a:cubicBezTo>
                    <a:cubicBezTo>
                      <a:pt x="347" y="0"/>
                      <a:pt x="344" y="6"/>
                      <a:pt x="339" y="20"/>
                    </a:cubicBezTo>
                    <a:cubicBezTo>
                      <a:pt x="228" y="240"/>
                      <a:pt x="117" y="460"/>
                      <a:pt x="6" y="681"/>
                    </a:cubicBezTo>
                    <a:cubicBezTo>
                      <a:pt x="0" y="689"/>
                      <a:pt x="2" y="688"/>
                      <a:pt x="0" y="692"/>
                    </a:cubicBezTo>
                    <a:cubicBezTo>
                      <a:pt x="0" y="700"/>
                      <a:pt x="6" y="700"/>
                      <a:pt x="22" y="700"/>
                    </a:cubicBezTo>
                    <a:cubicBezTo>
                      <a:pt x="250" y="700"/>
                      <a:pt x="477" y="700"/>
                      <a:pt x="705" y="700"/>
                    </a:cubicBezTo>
                    <a:cubicBezTo>
                      <a:pt x="719" y="700"/>
                      <a:pt x="725" y="700"/>
                      <a:pt x="725" y="692"/>
                    </a:cubicBezTo>
                    <a:cubicBezTo>
                      <a:pt x="724" y="688"/>
                      <a:pt x="725" y="689"/>
                      <a:pt x="722" y="681"/>
                    </a:cubicBezTo>
                    <a:cubicBezTo>
                      <a:pt x="611" y="460"/>
                      <a:pt x="500" y="240"/>
                      <a:pt x="389" y="20"/>
                    </a:cubicBezTo>
                    <a:moveTo>
                      <a:pt x="333" y="98"/>
                    </a:moveTo>
                    <a:cubicBezTo>
                      <a:pt x="421" y="274"/>
                      <a:pt x="508" y="451"/>
                      <a:pt x="596" y="628"/>
                    </a:cubicBezTo>
                    <a:cubicBezTo>
                      <a:pt x="420" y="628"/>
                      <a:pt x="243" y="628"/>
                      <a:pt x="67" y="628"/>
                    </a:cubicBezTo>
                    <a:cubicBezTo>
                      <a:pt x="156" y="451"/>
                      <a:pt x="244" y="274"/>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7" name=""/>
              <p:cNvSpPr/>
              <p:nvPr/>
            </p:nvSpPr>
            <p:spPr>
              <a:xfrm>
                <a:off x="2396880" y="3336840"/>
                <a:ext cx="160200" cy="248040"/>
              </a:xfrm>
              <a:custGeom>
                <a:avLst/>
                <a:gdLst/>
                <a:ahLst/>
                <a:rect l="0" t="0" r="r" b="b"/>
                <a:pathLst>
                  <a:path w="445" h="689">
                    <a:moveTo>
                      <a:pt x="227" y="11"/>
                    </a:moveTo>
                    <a:cubicBezTo>
                      <a:pt x="227" y="8"/>
                      <a:pt x="227" y="0"/>
                      <a:pt x="215" y="0"/>
                    </a:cubicBezTo>
                    <a:cubicBezTo>
                      <a:pt x="193" y="0"/>
                      <a:pt x="120" y="8"/>
                      <a:pt x="95" y="8"/>
                    </a:cubicBezTo>
                    <a:cubicBezTo>
                      <a:pt x="87" y="11"/>
                      <a:pt x="76" y="11"/>
                      <a:pt x="76" y="28"/>
                    </a:cubicBezTo>
                    <a:cubicBezTo>
                      <a:pt x="76" y="42"/>
                      <a:pt x="84" y="42"/>
                      <a:pt x="101" y="42"/>
                    </a:cubicBezTo>
                    <a:cubicBezTo>
                      <a:pt x="145" y="42"/>
                      <a:pt x="148" y="47"/>
                      <a:pt x="148" y="59"/>
                    </a:cubicBezTo>
                    <a:cubicBezTo>
                      <a:pt x="147" y="65"/>
                      <a:pt x="146" y="72"/>
                      <a:pt x="145" y="78"/>
                    </a:cubicBezTo>
                    <a:cubicBezTo>
                      <a:pt x="98" y="265"/>
                      <a:pt x="50" y="452"/>
                      <a:pt x="3" y="639"/>
                    </a:cubicBezTo>
                    <a:cubicBezTo>
                      <a:pt x="0" y="653"/>
                      <a:pt x="0" y="656"/>
                      <a:pt x="0" y="661"/>
                    </a:cubicBezTo>
                    <a:cubicBezTo>
                      <a:pt x="0" y="684"/>
                      <a:pt x="20" y="689"/>
                      <a:pt x="28" y="689"/>
                    </a:cubicBezTo>
                    <a:cubicBezTo>
                      <a:pt x="39" y="689"/>
                      <a:pt x="56" y="681"/>
                      <a:pt x="62" y="670"/>
                    </a:cubicBezTo>
                    <a:cubicBezTo>
                      <a:pt x="67" y="659"/>
                      <a:pt x="109" y="480"/>
                      <a:pt x="117" y="455"/>
                    </a:cubicBezTo>
                    <a:cubicBezTo>
                      <a:pt x="148" y="458"/>
                      <a:pt x="229" y="474"/>
                      <a:pt x="229" y="539"/>
                    </a:cubicBezTo>
                    <a:cubicBezTo>
                      <a:pt x="229" y="544"/>
                      <a:pt x="229" y="550"/>
                      <a:pt x="227" y="558"/>
                    </a:cubicBezTo>
                    <a:cubicBezTo>
                      <a:pt x="227" y="569"/>
                      <a:pt x="224" y="580"/>
                      <a:pt x="224" y="592"/>
                    </a:cubicBezTo>
                    <a:cubicBezTo>
                      <a:pt x="224" y="650"/>
                      <a:pt x="263" y="689"/>
                      <a:pt x="313" y="689"/>
                    </a:cubicBezTo>
                    <a:cubicBezTo>
                      <a:pt x="344" y="689"/>
                      <a:pt x="369" y="673"/>
                      <a:pt x="392" y="636"/>
                    </a:cubicBezTo>
                    <a:cubicBezTo>
                      <a:pt x="417" y="594"/>
                      <a:pt x="428" y="541"/>
                      <a:pt x="428" y="539"/>
                    </a:cubicBezTo>
                    <a:cubicBezTo>
                      <a:pt x="428" y="530"/>
                      <a:pt x="417" y="530"/>
                      <a:pt x="414" y="530"/>
                    </a:cubicBezTo>
                    <a:cubicBezTo>
                      <a:pt x="406" y="530"/>
                      <a:pt x="403" y="533"/>
                      <a:pt x="400" y="547"/>
                    </a:cubicBezTo>
                    <a:cubicBezTo>
                      <a:pt x="380" y="617"/>
                      <a:pt x="358" y="667"/>
                      <a:pt x="316" y="667"/>
                    </a:cubicBezTo>
                    <a:cubicBezTo>
                      <a:pt x="297" y="667"/>
                      <a:pt x="285" y="656"/>
                      <a:pt x="285" y="622"/>
                    </a:cubicBezTo>
                    <a:cubicBezTo>
                      <a:pt x="285" y="606"/>
                      <a:pt x="288" y="583"/>
                      <a:pt x="291" y="567"/>
                    </a:cubicBezTo>
                    <a:cubicBezTo>
                      <a:pt x="297" y="550"/>
                      <a:pt x="297" y="547"/>
                      <a:pt x="297" y="536"/>
                    </a:cubicBezTo>
                    <a:cubicBezTo>
                      <a:pt x="297" y="474"/>
                      <a:pt x="235" y="444"/>
                      <a:pt x="151" y="435"/>
                    </a:cubicBezTo>
                    <a:cubicBezTo>
                      <a:pt x="182" y="416"/>
                      <a:pt x="213" y="385"/>
                      <a:pt x="235" y="363"/>
                    </a:cubicBezTo>
                    <a:cubicBezTo>
                      <a:pt x="283" y="310"/>
                      <a:pt x="327" y="268"/>
                      <a:pt x="375" y="268"/>
                    </a:cubicBezTo>
                    <a:cubicBezTo>
                      <a:pt x="380" y="268"/>
                      <a:pt x="380" y="268"/>
                      <a:pt x="383" y="268"/>
                    </a:cubicBezTo>
                    <a:cubicBezTo>
                      <a:pt x="397" y="271"/>
                      <a:pt x="397" y="271"/>
                      <a:pt x="406" y="276"/>
                    </a:cubicBezTo>
                    <a:cubicBezTo>
                      <a:pt x="407" y="278"/>
                      <a:pt x="406" y="279"/>
                      <a:pt x="408" y="282"/>
                    </a:cubicBezTo>
                    <a:cubicBezTo>
                      <a:pt x="361" y="285"/>
                      <a:pt x="352" y="321"/>
                      <a:pt x="352" y="332"/>
                    </a:cubicBezTo>
                    <a:cubicBezTo>
                      <a:pt x="352" y="349"/>
                      <a:pt x="364" y="368"/>
                      <a:pt x="392" y="368"/>
                    </a:cubicBezTo>
                    <a:cubicBezTo>
                      <a:pt x="417" y="368"/>
                      <a:pt x="445" y="346"/>
                      <a:pt x="445" y="307"/>
                    </a:cubicBezTo>
                    <a:cubicBezTo>
                      <a:pt x="445" y="279"/>
                      <a:pt x="422" y="246"/>
                      <a:pt x="378" y="246"/>
                    </a:cubicBezTo>
                    <a:cubicBezTo>
                      <a:pt x="350" y="246"/>
                      <a:pt x="305" y="254"/>
                      <a:pt x="235" y="332"/>
                    </a:cubicBezTo>
                    <a:cubicBezTo>
                      <a:pt x="201" y="368"/>
                      <a:pt x="162" y="407"/>
                      <a:pt x="126" y="424"/>
                    </a:cubicBezTo>
                    <a:cubicBezTo>
                      <a:pt x="159" y="287"/>
                      <a:pt x="193" y="149"/>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8" name=""/>
              <p:cNvSpPr/>
              <p:nvPr/>
            </p:nvSpPr>
            <p:spPr>
              <a:xfrm>
                <a:off x="2603520" y="3543840"/>
                <a:ext cx="41400" cy="105480"/>
              </a:xfrm>
              <a:custGeom>
                <a:avLst/>
                <a:gdLst/>
                <a:ahLst/>
                <a:rect l="0" t="0" r="r" b="b"/>
                <a:pathLst>
                  <a:path w="115" h="293">
                    <a:moveTo>
                      <a:pt x="115" y="103"/>
                    </a:moveTo>
                    <a:cubicBezTo>
                      <a:pt x="115" y="39"/>
                      <a:pt x="90" y="0"/>
                      <a:pt x="50" y="0"/>
                    </a:cubicBezTo>
                    <a:cubicBezTo>
                      <a:pt x="20" y="0"/>
                      <a:pt x="0" y="25"/>
                      <a:pt x="0" y="53"/>
                    </a:cubicBezTo>
                    <a:cubicBezTo>
                      <a:pt x="0" y="78"/>
                      <a:pt x="20" y="103"/>
                      <a:pt x="50" y="103"/>
                    </a:cubicBezTo>
                    <a:cubicBezTo>
                      <a:pt x="62" y="103"/>
                      <a:pt x="76" y="100"/>
                      <a:pt x="84" y="92"/>
                    </a:cubicBezTo>
                    <a:cubicBezTo>
                      <a:pt x="87" y="89"/>
                      <a:pt x="88" y="90"/>
                      <a:pt x="90" y="89"/>
                    </a:cubicBezTo>
                    <a:cubicBezTo>
                      <a:pt x="92" y="89"/>
                      <a:pt x="92" y="89"/>
                      <a:pt x="92" y="103"/>
                    </a:cubicBezTo>
                    <a:cubicBezTo>
                      <a:pt x="92" y="176"/>
                      <a:pt x="58" y="234"/>
                      <a:pt x="25" y="265"/>
                    </a:cubicBezTo>
                    <a:cubicBezTo>
                      <a:pt x="14" y="276"/>
                      <a:pt x="14" y="279"/>
                      <a:pt x="14" y="282"/>
                    </a:cubicBezTo>
                    <a:cubicBezTo>
                      <a:pt x="14" y="287"/>
                      <a:pt x="20" y="293"/>
                      <a:pt x="25" y="293"/>
                    </a:cubicBezTo>
                    <a:cubicBezTo>
                      <a:pt x="36" y="293"/>
                      <a:pt x="115" y="218"/>
                      <a:pt x="115" y="10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09" name=""/>
              <p:cNvSpPr/>
              <p:nvPr/>
            </p:nvSpPr>
            <p:spPr>
              <a:xfrm>
                <a:off x="2745360" y="3332880"/>
                <a:ext cx="223560" cy="248040"/>
              </a:xfrm>
              <a:custGeom>
                <a:avLst/>
                <a:gdLst/>
                <a:ahLst/>
                <a:rect l="0" t="0" r="r" b="b"/>
                <a:pathLst>
                  <a:path w="621" h="689">
                    <a:moveTo>
                      <a:pt x="621" y="530"/>
                    </a:moveTo>
                    <a:cubicBezTo>
                      <a:pt x="613" y="530"/>
                      <a:pt x="604" y="530"/>
                      <a:pt x="596" y="530"/>
                    </a:cubicBezTo>
                    <a:cubicBezTo>
                      <a:pt x="593" y="555"/>
                      <a:pt x="587" y="580"/>
                      <a:pt x="579" y="603"/>
                    </a:cubicBezTo>
                    <a:cubicBezTo>
                      <a:pt x="574" y="620"/>
                      <a:pt x="571" y="625"/>
                      <a:pt x="515" y="625"/>
                    </a:cubicBezTo>
                    <a:cubicBezTo>
                      <a:pt x="489" y="625"/>
                      <a:pt x="463" y="625"/>
                      <a:pt x="436" y="625"/>
                    </a:cubicBezTo>
                    <a:cubicBezTo>
                      <a:pt x="448" y="572"/>
                      <a:pt x="478" y="525"/>
                      <a:pt x="523" y="460"/>
                    </a:cubicBezTo>
                    <a:cubicBezTo>
                      <a:pt x="571" y="391"/>
                      <a:pt x="610" y="324"/>
                      <a:pt x="610" y="246"/>
                    </a:cubicBezTo>
                    <a:cubicBezTo>
                      <a:pt x="610" y="109"/>
                      <a:pt x="478" y="0"/>
                      <a:pt x="311" y="0"/>
                    </a:cubicBezTo>
                    <a:cubicBezTo>
                      <a:pt x="143" y="0"/>
                      <a:pt x="11" y="112"/>
                      <a:pt x="11" y="246"/>
                    </a:cubicBezTo>
                    <a:cubicBezTo>
                      <a:pt x="11" y="324"/>
                      <a:pt x="50" y="391"/>
                      <a:pt x="98" y="460"/>
                    </a:cubicBezTo>
                    <a:cubicBezTo>
                      <a:pt x="140" y="525"/>
                      <a:pt x="173" y="572"/>
                      <a:pt x="185" y="625"/>
                    </a:cubicBezTo>
                    <a:cubicBezTo>
                      <a:pt x="159" y="625"/>
                      <a:pt x="132" y="625"/>
                      <a:pt x="106" y="625"/>
                    </a:cubicBezTo>
                    <a:cubicBezTo>
                      <a:pt x="50" y="625"/>
                      <a:pt x="48" y="620"/>
                      <a:pt x="42" y="603"/>
                    </a:cubicBezTo>
                    <a:cubicBezTo>
                      <a:pt x="34" y="580"/>
                      <a:pt x="28" y="555"/>
                      <a:pt x="25" y="530"/>
                    </a:cubicBezTo>
                    <a:cubicBezTo>
                      <a:pt x="17" y="530"/>
                      <a:pt x="8" y="530"/>
                      <a:pt x="0" y="530"/>
                    </a:cubicBezTo>
                    <a:cubicBezTo>
                      <a:pt x="10" y="583"/>
                      <a:pt x="21" y="636"/>
                      <a:pt x="31" y="689"/>
                    </a:cubicBezTo>
                    <a:cubicBezTo>
                      <a:pt x="84" y="689"/>
                      <a:pt x="137" y="689"/>
                      <a:pt x="190" y="689"/>
                    </a:cubicBezTo>
                    <a:cubicBezTo>
                      <a:pt x="210" y="689"/>
                      <a:pt x="213" y="689"/>
                      <a:pt x="213" y="670"/>
                    </a:cubicBezTo>
                    <a:cubicBezTo>
                      <a:pt x="213" y="600"/>
                      <a:pt x="185" y="513"/>
                      <a:pt x="159" y="452"/>
                    </a:cubicBezTo>
                    <a:cubicBezTo>
                      <a:pt x="140" y="396"/>
                      <a:pt x="112" y="318"/>
                      <a:pt x="112" y="246"/>
                    </a:cubicBezTo>
                    <a:cubicBezTo>
                      <a:pt x="112" y="89"/>
                      <a:pt x="221" y="22"/>
                      <a:pt x="311" y="22"/>
                    </a:cubicBezTo>
                    <a:cubicBezTo>
                      <a:pt x="406" y="22"/>
                      <a:pt x="509" y="92"/>
                      <a:pt x="509" y="246"/>
                    </a:cubicBezTo>
                    <a:cubicBezTo>
                      <a:pt x="509" y="318"/>
                      <a:pt x="481" y="393"/>
                      <a:pt x="453" y="472"/>
                    </a:cubicBezTo>
                    <a:cubicBezTo>
                      <a:pt x="439" y="513"/>
                      <a:pt x="408" y="603"/>
                      <a:pt x="408" y="670"/>
                    </a:cubicBezTo>
                    <a:cubicBezTo>
                      <a:pt x="408" y="689"/>
                      <a:pt x="411" y="689"/>
                      <a:pt x="434" y="689"/>
                    </a:cubicBezTo>
                    <a:cubicBezTo>
                      <a:pt x="486" y="689"/>
                      <a:pt x="538" y="689"/>
                      <a:pt x="590" y="689"/>
                    </a:cubicBezTo>
                    <a:cubicBezTo>
                      <a:pt x="601" y="636"/>
                      <a:pt x="611" y="583"/>
                      <a:pt x="621" y="530"/>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0" name=""/>
              <p:cNvSpPr/>
              <p:nvPr/>
            </p:nvSpPr>
            <p:spPr>
              <a:xfrm>
                <a:off x="3002040" y="3465360"/>
                <a:ext cx="225720" cy="168840"/>
              </a:xfrm>
              <a:custGeom>
                <a:avLst/>
                <a:gdLst/>
                <a:ahLst/>
                <a:rect l="0" t="0" r="r" b="b"/>
                <a:pathLst>
                  <a:path w="627" h="469">
                    <a:moveTo>
                      <a:pt x="347" y="193"/>
                    </a:moveTo>
                    <a:cubicBezTo>
                      <a:pt x="344" y="187"/>
                      <a:pt x="343" y="187"/>
                      <a:pt x="341" y="184"/>
                    </a:cubicBezTo>
                    <a:cubicBezTo>
                      <a:pt x="347" y="180"/>
                      <a:pt x="341" y="181"/>
                      <a:pt x="358" y="170"/>
                    </a:cubicBezTo>
                    <a:cubicBezTo>
                      <a:pt x="381" y="154"/>
                      <a:pt x="405" y="139"/>
                      <a:pt x="428" y="123"/>
                    </a:cubicBezTo>
                    <a:cubicBezTo>
                      <a:pt x="518" y="59"/>
                      <a:pt x="562" y="28"/>
                      <a:pt x="610" y="25"/>
                    </a:cubicBezTo>
                    <a:cubicBezTo>
                      <a:pt x="618" y="25"/>
                      <a:pt x="627" y="22"/>
                      <a:pt x="627" y="11"/>
                    </a:cubicBezTo>
                    <a:cubicBezTo>
                      <a:pt x="627" y="6"/>
                      <a:pt x="621" y="0"/>
                      <a:pt x="618" y="0"/>
                    </a:cubicBezTo>
                    <a:cubicBezTo>
                      <a:pt x="601" y="0"/>
                      <a:pt x="585" y="3"/>
                      <a:pt x="571" y="3"/>
                    </a:cubicBezTo>
                    <a:cubicBezTo>
                      <a:pt x="551" y="3"/>
                      <a:pt x="506" y="0"/>
                      <a:pt x="487" y="0"/>
                    </a:cubicBezTo>
                    <a:cubicBezTo>
                      <a:pt x="481" y="0"/>
                      <a:pt x="473" y="0"/>
                      <a:pt x="473" y="17"/>
                    </a:cubicBezTo>
                    <a:cubicBezTo>
                      <a:pt x="476" y="20"/>
                      <a:pt x="473" y="25"/>
                      <a:pt x="481" y="25"/>
                    </a:cubicBezTo>
                    <a:cubicBezTo>
                      <a:pt x="490" y="25"/>
                      <a:pt x="501" y="28"/>
                      <a:pt x="501" y="33"/>
                    </a:cubicBezTo>
                    <a:cubicBezTo>
                      <a:pt x="501" y="47"/>
                      <a:pt x="478" y="61"/>
                      <a:pt x="470" y="67"/>
                    </a:cubicBezTo>
                    <a:cubicBezTo>
                      <a:pt x="374" y="135"/>
                      <a:pt x="278" y="203"/>
                      <a:pt x="182" y="271"/>
                    </a:cubicBezTo>
                    <a:cubicBezTo>
                      <a:pt x="200" y="198"/>
                      <a:pt x="219" y="126"/>
                      <a:pt x="238" y="53"/>
                    </a:cubicBezTo>
                    <a:cubicBezTo>
                      <a:pt x="243" y="31"/>
                      <a:pt x="243" y="25"/>
                      <a:pt x="297" y="25"/>
                    </a:cubicBezTo>
                    <a:cubicBezTo>
                      <a:pt x="308" y="25"/>
                      <a:pt x="319" y="25"/>
                      <a:pt x="319" y="11"/>
                    </a:cubicBezTo>
                    <a:cubicBezTo>
                      <a:pt x="319" y="6"/>
                      <a:pt x="313" y="0"/>
                      <a:pt x="308" y="0"/>
                    </a:cubicBezTo>
                    <a:cubicBezTo>
                      <a:pt x="288" y="0"/>
                      <a:pt x="238" y="3"/>
                      <a:pt x="215" y="3"/>
                    </a:cubicBezTo>
                    <a:cubicBezTo>
                      <a:pt x="204" y="3"/>
                      <a:pt x="182" y="3"/>
                      <a:pt x="171" y="3"/>
                    </a:cubicBezTo>
                    <a:cubicBezTo>
                      <a:pt x="157" y="3"/>
                      <a:pt x="140" y="0"/>
                      <a:pt x="126" y="0"/>
                    </a:cubicBezTo>
                    <a:cubicBezTo>
                      <a:pt x="123" y="0"/>
                      <a:pt x="112" y="0"/>
                      <a:pt x="112" y="17"/>
                    </a:cubicBezTo>
                    <a:cubicBezTo>
                      <a:pt x="112" y="25"/>
                      <a:pt x="120" y="25"/>
                      <a:pt x="134" y="25"/>
                    </a:cubicBezTo>
                    <a:cubicBezTo>
                      <a:pt x="145" y="25"/>
                      <a:pt x="148" y="25"/>
                      <a:pt x="159" y="25"/>
                    </a:cubicBezTo>
                    <a:cubicBezTo>
                      <a:pt x="173" y="28"/>
                      <a:pt x="176" y="28"/>
                      <a:pt x="176" y="36"/>
                    </a:cubicBezTo>
                    <a:cubicBezTo>
                      <a:pt x="175" y="41"/>
                      <a:pt x="176" y="42"/>
                      <a:pt x="173" y="50"/>
                    </a:cubicBezTo>
                    <a:cubicBezTo>
                      <a:pt x="143" y="172"/>
                      <a:pt x="112" y="294"/>
                      <a:pt x="81" y="416"/>
                    </a:cubicBezTo>
                    <a:cubicBezTo>
                      <a:pt x="76" y="438"/>
                      <a:pt x="76" y="444"/>
                      <a:pt x="20" y="444"/>
                    </a:cubicBezTo>
                    <a:cubicBezTo>
                      <a:pt x="8" y="444"/>
                      <a:pt x="0" y="444"/>
                      <a:pt x="0" y="458"/>
                    </a:cubicBezTo>
                    <a:cubicBezTo>
                      <a:pt x="0" y="460"/>
                      <a:pt x="0" y="469"/>
                      <a:pt x="11" y="469"/>
                    </a:cubicBezTo>
                    <a:cubicBezTo>
                      <a:pt x="31" y="469"/>
                      <a:pt x="81" y="466"/>
                      <a:pt x="101" y="466"/>
                    </a:cubicBezTo>
                    <a:cubicBezTo>
                      <a:pt x="112" y="466"/>
                      <a:pt x="137" y="466"/>
                      <a:pt x="148" y="466"/>
                    </a:cubicBezTo>
                    <a:cubicBezTo>
                      <a:pt x="162" y="466"/>
                      <a:pt x="179" y="469"/>
                      <a:pt x="193" y="469"/>
                    </a:cubicBezTo>
                    <a:cubicBezTo>
                      <a:pt x="196" y="469"/>
                      <a:pt x="207" y="469"/>
                      <a:pt x="207" y="452"/>
                    </a:cubicBezTo>
                    <a:cubicBezTo>
                      <a:pt x="207" y="444"/>
                      <a:pt x="199" y="444"/>
                      <a:pt x="185" y="444"/>
                    </a:cubicBezTo>
                    <a:cubicBezTo>
                      <a:pt x="176" y="443"/>
                      <a:pt x="171" y="444"/>
                      <a:pt x="159" y="441"/>
                    </a:cubicBezTo>
                    <a:cubicBezTo>
                      <a:pt x="143" y="441"/>
                      <a:pt x="143" y="438"/>
                      <a:pt x="143" y="433"/>
                    </a:cubicBezTo>
                    <a:cubicBezTo>
                      <a:pt x="143" y="427"/>
                      <a:pt x="148" y="402"/>
                      <a:pt x="173" y="301"/>
                    </a:cubicBezTo>
                    <a:cubicBezTo>
                      <a:pt x="212" y="274"/>
                      <a:pt x="250" y="247"/>
                      <a:pt x="288" y="220"/>
                    </a:cubicBezTo>
                    <a:cubicBezTo>
                      <a:pt x="322" y="285"/>
                      <a:pt x="355" y="349"/>
                      <a:pt x="389" y="413"/>
                    </a:cubicBezTo>
                    <a:cubicBezTo>
                      <a:pt x="394" y="421"/>
                      <a:pt x="394" y="421"/>
                      <a:pt x="394" y="427"/>
                    </a:cubicBezTo>
                    <a:cubicBezTo>
                      <a:pt x="394" y="441"/>
                      <a:pt x="375" y="444"/>
                      <a:pt x="361" y="444"/>
                    </a:cubicBezTo>
                    <a:cubicBezTo>
                      <a:pt x="352" y="444"/>
                      <a:pt x="344" y="444"/>
                      <a:pt x="344" y="458"/>
                    </a:cubicBezTo>
                    <a:cubicBezTo>
                      <a:pt x="344" y="460"/>
                      <a:pt x="344" y="469"/>
                      <a:pt x="355" y="469"/>
                    </a:cubicBezTo>
                    <a:cubicBezTo>
                      <a:pt x="375" y="469"/>
                      <a:pt x="425" y="466"/>
                      <a:pt x="445" y="466"/>
                    </a:cubicBezTo>
                    <a:cubicBezTo>
                      <a:pt x="464" y="466"/>
                      <a:pt x="492" y="469"/>
                      <a:pt x="512" y="469"/>
                    </a:cubicBezTo>
                    <a:cubicBezTo>
                      <a:pt x="520" y="469"/>
                      <a:pt x="526" y="463"/>
                      <a:pt x="526" y="455"/>
                    </a:cubicBezTo>
                    <a:cubicBezTo>
                      <a:pt x="526" y="444"/>
                      <a:pt x="515" y="444"/>
                      <a:pt x="509" y="444"/>
                    </a:cubicBezTo>
                    <a:cubicBezTo>
                      <a:pt x="498" y="444"/>
                      <a:pt x="476" y="444"/>
                      <a:pt x="464" y="421"/>
                    </a:cubicBezTo>
                    <a:cubicBezTo>
                      <a:pt x="425" y="345"/>
                      <a:pt x="386" y="269"/>
                      <a:pt x="347" y="193"/>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72000" y="270000"/>
            <a:ext cx="288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Compare with Observation</a:t>
            </a:r>
            <a:endParaRPr b="0" lang="en-GB" sz="3300" spc="-1" strike="noStrike">
              <a:solidFill>
                <a:srgbClr val="ffffff"/>
              </a:solidFill>
              <a:latin typeface="Arial"/>
            </a:endParaRPr>
          </a:p>
        </p:txBody>
      </p:sp>
      <p:sp>
        <p:nvSpPr>
          <p:cNvPr id="312" name="PlaceHolder 2"/>
          <p:cNvSpPr>
            <a:spLocks noGrp="1"/>
          </p:cNvSpPr>
          <p:nvPr>
            <p:ph/>
          </p:nvPr>
        </p:nvSpPr>
        <p:spPr>
          <a:xfrm>
            <a:off x="108000" y="1944000"/>
            <a:ext cx="2952000" cy="360000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Apply the constraint </a:t>
            </a:r>
            <a:endParaRPr b="0" lang="en-GB" sz="2200" spc="-1" strike="noStrike">
              <a:solidFill>
                <a:srgbClr val="000000"/>
              </a:solidFill>
              <a:latin typeface="Arial"/>
            </a:endParaRPr>
          </a:p>
          <a:p>
            <a:pPr marL="432000" indent="0">
              <a:spcAft>
                <a:spcPts val="1060"/>
              </a:spcAft>
              <a:buNone/>
            </a:pPr>
            <a:r>
              <a:rPr b="0" lang="en-GB" sz="2200" spc="-1" strike="noStrike">
                <a:solidFill>
                  <a:srgbClr val="000000"/>
                </a:solidFill>
                <a:latin typeface="Arial"/>
              </a:rPr>
              <a:t>                </a:t>
            </a:r>
            <a:r>
              <a:rPr b="0" lang="en-GB" sz="2200" spc="-1" strike="noStrike">
                <a:solidFill>
                  <a:srgbClr val="000000"/>
                </a:solidFill>
                <a:latin typeface="Arial"/>
              </a:rPr>
              <a:t>to Planck 2018 data.</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Find best-fit parameters by Bayesian analysis.</a:t>
            </a:r>
            <a:endParaRPr b="0" lang="en-GB" sz="2200" spc="-1" strike="noStrike">
              <a:solidFill>
                <a:srgbClr val="000000"/>
              </a:solidFill>
              <a:latin typeface="Arial"/>
            </a:endParaRPr>
          </a:p>
          <a:p>
            <a:pPr marL="432000" indent="-324000">
              <a:spcAft>
                <a:spcPts val="1060"/>
              </a:spcAft>
              <a:buClr>
                <a:srgbClr val="000000"/>
              </a:buClr>
              <a:buSzPct val="45000"/>
              <a:buFont typeface="Wingdings" charset="2"/>
              <a:buChar char=""/>
            </a:pPr>
            <a:r>
              <a:rPr b="0" lang="en-GB" sz="2200" spc="-1" strike="noStrike">
                <a:solidFill>
                  <a:srgbClr val="000000"/>
                </a:solidFill>
                <a:latin typeface="Arial"/>
              </a:rPr>
              <a:t>Result: </a:t>
            </a:r>
            <a:endParaRPr b="0" lang="en-GB" sz="2200" spc="-1" strike="noStrike">
              <a:solidFill>
                <a:srgbClr val="000000"/>
              </a:solidFill>
              <a:latin typeface="Arial"/>
            </a:endParaRPr>
          </a:p>
        </p:txBody>
      </p:sp>
      <p:pic>
        <p:nvPicPr>
          <p:cNvPr id="313" name="" descr=""/>
          <p:cNvPicPr/>
          <p:nvPr/>
        </p:nvPicPr>
        <p:blipFill>
          <a:blip r:embed="rId1">
            <a:alphaModFix amt="70000"/>
          </a:blip>
          <a:stretch/>
        </p:blipFill>
        <p:spPr>
          <a:xfrm>
            <a:off x="3124440" y="13680"/>
            <a:ext cx="6979680" cy="5669640"/>
          </a:xfrm>
          <a:prstGeom prst="rect">
            <a:avLst/>
          </a:prstGeom>
          <a:ln w="18000">
            <a:noFill/>
          </a:ln>
        </p:spPr>
      </p:pic>
      <p:grpSp>
        <p:nvGrpSpPr>
          <p:cNvPr id="314" name=""/>
          <p:cNvGrpSpPr/>
          <p:nvPr/>
        </p:nvGrpSpPr>
        <p:grpSpPr>
          <a:xfrm>
            <a:off x="540000" y="2397960"/>
            <a:ext cx="1154160" cy="266040"/>
            <a:chOff x="540000" y="2397960"/>
            <a:chExt cx="1154160" cy="266040"/>
          </a:xfrm>
        </p:grpSpPr>
        <p:grpSp>
          <p:nvGrpSpPr>
            <p:cNvPr id="315" name=""/>
            <p:cNvGrpSpPr/>
            <p:nvPr/>
          </p:nvGrpSpPr>
          <p:grpSpPr>
            <a:xfrm>
              <a:off x="540000" y="2397960"/>
              <a:ext cx="1154160" cy="266040"/>
              <a:chOff x="540000" y="2397960"/>
              <a:chExt cx="1154160" cy="266040"/>
            </a:xfrm>
          </p:grpSpPr>
          <p:sp>
            <p:nvSpPr>
              <p:cNvPr id="316" name=""/>
              <p:cNvSpPr/>
              <p:nvPr/>
            </p:nvSpPr>
            <p:spPr>
              <a:xfrm>
                <a:off x="558000" y="2415960"/>
                <a:ext cx="1117800" cy="230040"/>
              </a:xfrm>
              <a:custGeom>
                <a:avLst/>
                <a:gdLst/>
                <a:ahLst/>
                <a:rect l="0" t="0" r="r" b="b"/>
                <a:pathLst>
                  <a:path w="3105" h="639">
                    <a:moveTo>
                      <a:pt x="0" y="0"/>
                    </a:moveTo>
                    <a:cubicBezTo>
                      <a:pt x="1035" y="0"/>
                      <a:pt x="2070" y="0"/>
                      <a:pt x="3105" y="0"/>
                    </a:cubicBezTo>
                    <a:cubicBezTo>
                      <a:pt x="3105" y="213"/>
                      <a:pt x="3105" y="426"/>
                      <a:pt x="3105" y="639"/>
                    </a:cubicBezTo>
                    <a:cubicBezTo>
                      <a:pt x="2070" y="639"/>
                      <a:pt x="1035" y="639"/>
                      <a:pt x="0" y="639"/>
                    </a:cubicBezTo>
                    <a:cubicBezTo>
                      <a:pt x="0" y="426"/>
                      <a:pt x="0" y="213"/>
                      <a:pt x="0" y="0"/>
                    </a:cubicBezTo>
                    <a:close/>
                  </a:path>
                </a:pathLst>
              </a:custGeom>
              <a:solidFill>
                <a:srgbClr val="ffffff"/>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7" name=""/>
              <p:cNvSpPr/>
              <p:nvPr/>
            </p:nvSpPr>
            <p:spPr>
              <a:xfrm>
                <a:off x="540000" y="2397960"/>
                <a:ext cx="261000" cy="252000"/>
              </a:xfrm>
              <a:custGeom>
                <a:avLst/>
                <a:gdLst/>
                <a:ahLst/>
                <a:rect l="0" t="0" r="r" b="b"/>
                <a:pathLst>
                  <a:path w="725" h="700">
                    <a:moveTo>
                      <a:pt x="389" y="17"/>
                    </a:moveTo>
                    <a:cubicBezTo>
                      <a:pt x="380" y="6"/>
                      <a:pt x="380" y="0"/>
                      <a:pt x="364" y="0"/>
                    </a:cubicBezTo>
                    <a:cubicBezTo>
                      <a:pt x="347" y="0"/>
                      <a:pt x="344" y="6"/>
                      <a:pt x="339" y="17"/>
                    </a:cubicBezTo>
                    <a:cubicBezTo>
                      <a:pt x="228" y="238"/>
                      <a:pt x="117" y="459"/>
                      <a:pt x="6" y="681"/>
                    </a:cubicBezTo>
                    <a:cubicBezTo>
                      <a:pt x="0" y="689"/>
                      <a:pt x="2" y="688"/>
                      <a:pt x="0" y="692"/>
                    </a:cubicBezTo>
                    <a:cubicBezTo>
                      <a:pt x="0" y="700"/>
                      <a:pt x="6" y="700"/>
                      <a:pt x="22" y="700"/>
                    </a:cubicBezTo>
                    <a:cubicBezTo>
                      <a:pt x="250" y="700"/>
                      <a:pt x="477" y="700"/>
                      <a:pt x="705" y="700"/>
                    </a:cubicBezTo>
                    <a:cubicBezTo>
                      <a:pt x="719" y="700"/>
                      <a:pt x="725" y="700"/>
                      <a:pt x="725" y="692"/>
                    </a:cubicBezTo>
                    <a:cubicBezTo>
                      <a:pt x="724" y="688"/>
                      <a:pt x="725" y="689"/>
                      <a:pt x="722" y="681"/>
                    </a:cubicBezTo>
                    <a:cubicBezTo>
                      <a:pt x="611" y="459"/>
                      <a:pt x="500" y="238"/>
                      <a:pt x="389" y="17"/>
                    </a:cubicBezTo>
                    <a:moveTo>
                      <a:pt x="333" y="98"/>
                    </a:moveTo>
                    <a:cubicBezTo>
                      <a:pt x="421" y="273"/>
                      <a:pt x="508" y="449"/>
                      <a:pt x="596" y="625"/>
                    </a:cubicBezTo>
                    <a:cubicBezTo>
                      <a:pt x="420" y="625"/>
                      <a:pt x="243" y="625"/>
                      <a:pt x="67" y="625"/>
                    </a:cubicBezTo>
                    <a:cubicBezTo>
                      <a:pt x="156" y="449"/>
                      <a:pt x="244" y="273"/>
                      <a:pt x="333" y="98"/>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8" name=""/>
              <p:cNvSpPr/>
              <p:nvPr/>
            </p:nvSpPr>
            <p:spPr>
              <a:xfrm>
                <a:off x="838080" y="2405880"/>
                <a:ext cx="160200" cy="248040"/>
              </a:xfrm>
              <a:custGeom>
                <a:avLst/>
                <a:gdLst/>
                <a:ahLst/>
                <a:rect l="0" t="0" r="r" b="b"/>
                <a:pathLst>
                  <a:path w="445" h="689">
                    <a:moveTo>
                      <a:pt x="227" y="11"/>
                    </a:moveTo>
                    <a:cubicBezTo>
                      <a:pt x="227" y="8"/>
                      <a:pt x="227" y="0"/>
                      <a:pt x="215" y="0"/>
                    </a:cubicBezTo>
                    <a:cubicBezTo>
                      <a:pt x="190" y="0"/>
                      <a:pt x="120" y="8"/>
                      <a:pt x="95" y="8"/>
                    </a:cubicBezTo>
                    <a:cubicBezTo>
                      <a:pt x="87" y="11"/>
                      <a:pt x="76" y="11"/>
                      <a:pt x="76" y="28"/>
                    </a:cubicBezTo>
                    <a:cubicBezTo>
                      <a:pt x="76" y="42"/>
                      <a:pt x="84" y="42"/>
                      <a:pt x="98" y="42"/>
                    </a:cubicBezTo>
                    <a:cubicBezTo>
                      <a:pt x="145" y="42"/>
                      <a:pt x="148" y="47"/>
                      <a:pt x="148" y="59"/>
                    </a:cubicBezTo>
                    <a:cubicBezTo>
                      <a:pt x="147" y="65"/>
                      <a:pt x="146" y="72"/>
                      <a:pt x="145" y="78"/>
                    </a:cubicBezTo>
                    <a:cubicBezTo>
                      <a:pt x="98" y="265"/>
                      <a:pt x="50" y="452"/>
                      <a:pt x="3" y="639"/>
                    </a:cubicBezTo>
                    <a:cubicBezTo>
                      <a:pt x="0" y="653"/>
                      <a:pt x="0" y="656"/>
                      <a:pt x="0" y="661"/>
                    </a:cubicBezTo>
                    <a:cubicBezTo>
                      <a:pt x="0" y="683"/>
                      <a:pt x="20" y="689"/>
                      <a:pt x="28" y="689"/>
                    </a:cubicBezTo>
                    <a:cubicBezTo>
                      <a:pt x="39" y="689"/>
                      <a:pt x="56" y="681"/>
                      <a:pt x="62" y="667"/>
                    </a:cubicBezTo>
                    <a:cubicBezTo>
                      <a:pt x="67" y="658"/>
                      <a:pt x="109" y="477"/>
                      <a:pt x="115" y="455"/>
                    </a:cubicBezTo>
                    <a:cubicBezTo>
                      <a:pt x="148" y="458"/>
                      <a:pt x="229" y="471"/>
                      <a:pt x="229" y="536"/>
                    </a:cubicBezTo>
                    <a:cubicBezTo>
                      <a:pt x="229" y="544"/>
                      <a:pt x="229" y="547"/>
                      <a:pt x="227" y="558"/>
                    </a:cubicBezTo>
                    <a:cubicBezTo>
                      <a:pt x="224" y="569"/>
                      <a:pt x="224" y="580"/>
                      <a:pt x="224" y="591"/>
                    </a:cubicBezTo>
                    <a:cubicBezTo>
                      <a:pt x="224" y="650"/>
                      <a:pt x="263" y="689"/>
                      <a:pt x="313" y="689"/>
                    </a:cubicBezTo>
                    <a:cubicBezTo>
                      <a:pt x="344" y="689"/>
                      <a:pt x="369" y="672"/>
                      <a:pt x="392" y="636"/>
                    </a:cubicBezTo>
                    <a:cubicBezTo>
                      <a:pt x="414" y="594"/>
                      <a:pt x="414" y="571"/>
                      <a:pt x="425" y="538"/>
                    </a:cubicBezTo>
                    <a:cubicBezTo>
                      <a:pt x="425" y="527"/>
                      <a:pt x="417" y="527"/>
                      <a:pt x="414" y="527"/>
                    </a:cubicBezTo>
                    <a:cubicBezTo>
                      <a:pt x="406" y="527"/>
                      <a:pt x="403" y="533"/>
                      <a:pt x="400" y="547"/>
                    </a:cubicBezTo>
                    <a:cubicBezTo>
                      <a:pt x="380" y="617"/>
                      <a:pt x="358" y="667"/>
                      <a:pt x="316" y="667"/>
                    </a:cubicBezTo>
                    <a:cubicBezTo>
                      <a:pt x="297" y="667"/>
                      <a:pt x="283" y="656"/>
                      <a:pt x="283" y="622"/>
                    </a:cubicBezTo>
                    <a:cubicBezTo>
                      <a:pt x="283" y="605"/>
                      <a:pt x="288" y="583"/>
                      <a:pt x="291" y="566"/>
                    </a:cubicBezTo>
                    <a:cubicBezTo>
                      <a:pt x="297" y="550"/>
                      <a:pt x="297" y="547"/>
                      <a:pt x="297" y="536"/>
                    </a:cubicBezTo>
                    <a:cubicBezTo>
                      <a:pt x="297" y="471"/>
                      <a:pt x="235" y="444"/>
                      <a:pt x="151" y="432"/>
                    </a:cubicBezTo>
                    <a:cubicBezTo>
                      <a:pt x="182" y="416"/>
                      <a:pt x="213" y="385"/>
                      <a:pt x="235" y="360"/>
                    </a:cubicBezTo>
                    <a:cubicBezTo>
                      <a:pt x="283" y="310"/>
                      <a:pt x="327" y="268"/>
                      <a:pt x="375" y="268"/>
                    </a:cubicBezTo>
                    <a:cubicBezTo>
                      <a:pt x="380" y="268"/>
                      <a:pt x="380" y="268"/>
                      <a:pt x="383" y="268"/>
                    </a:cubicBezTo>
                    <a:cubicBezTo>
                      <a:pt x="394" y="271"/>
                      <a:pt x="397" y="271"/>
                      <a:pt x="406" y="276"/>
                    </a:cubicBezTo>
                    <a:cubicBezTo>
                      <a:pt x="407" y="277"/>
                      <a:pt x="406" y="279"/>
                      <a:pt x="408" y="279"/>
                    </a:cubicBezTo>
                    <a:cubicBezTo>
                      <a:pt x="361" y="282"/>
                      <a:pt x="352" y="321"/>
                      <a:pt x="352" y="332"/>
                    </a:cubicBezTo>
                    <a:cubicBezTo>
                      <a:pt x="352" y="349"/>
                      <a:pt x="364" y="368"/>
                      <a:pt x="389" y="368"/>
                    </a:cubicBezTo>
                    <a:cubicBezTo>
                      <a:pt x="414" y="368"/>
                      <a:pt x="445" y="346"/>
                      <a:pt x="445" y="307"/>
                    </a:cubicBezTo>
                    <a:cubicBezTo>
                      <a:pt x="445" y="279"/>
                      <a:pt x="422" y="245"/>
                      <a:pt x="378" y="245"/>
                    </a:cubicBezTo>
                    <a:cubicBezTo>
                      <a:pt x="350" y="245"/>
                      <a:pt x="305" y="254"/>
                      <a:pt x="235" y="332"/>
                    </a:cubicBezTo>
                    <a:cubicBezTo>
                      <a:pt x="201" y="368"/>
                      <a:pt x="162" y="407"/>
                      <a:pt x="126" y="421"/>
                    </a:cubicBezTo>
                    <a:cubicBezTo>
                      <a:pt x="159" y="285"/>
                      <a:pt x="193" y="148"/>
                      <a:pt x="227" y="1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19" name=""/>
              <p:cNvSpPr/>
              <p:nvPr/>
            </p:nvSpPr>
            <p:spPr>
              <a:xfrm>
                <a:off x="1141200" y="2460240"/>
                <a:ext cx="176400" cy="203760"/>
              </a:xfrm>
              <a:custGeom>
                <a:avLst/>
                <a:gdLst/>
                <a:ahLst/>
                <a:rect l="0" t="0" r="r" b="b"/>
                <a:pathLst>
                  <a:path w="490" h="566">
                    <a:moveTo>
                      <a:pt x="456" y="301"/>
                    </a:moveTo>
                    <a:cubicBezTo>
                      <a:pt x="473" y="301"/>
                      <a:pt x="490" y="301"/>
                      <a:pt x="490" y="282"/>
                    </a:cubicBezTo>
                    <a:cubicBezTo>
                      <a:pt x="490" y="262"/>
                      <a:pt x="473" y="262"/>
                      <a:pt x="456" y="262"/>
                    </a:cubicBezTo>
                    <a:cubicBezTo>
                      <a:pt x="317" y="262"/>
                      <a:pt x="178" y="262"/>
                      <a:pt x="39" y="262"/>
                    </a:cubicBezTo>
                    <a:cubicBezTo>
                      <a:pt x="50" y="131"/>
                      <a:pt x="165" y="39"/>
                      <a:pt x="302" y="39"/>
                    </a:cubicBezTo>
                    <a:cubicBezTo>
                      <a:pt x="353" y="39"/>
                      <a:pt x="405" y="39"/>
                      <a:pt x="456" y="39"/>
                    </a:cubicBezTo>
                    <a:cubicBezTo>
                      <a:pt x="473" y="39"/>
                      <a:pt x="490" y="39"/>
                      <a:pt x="490" y="20"/>
                    </a:cubicBezTo>
                    <a:cubicBezTo>
                      <a:pt x="490" y="0"/>
                      <a:pt x="473" y="0"/>
                      <a:pt x="456" y="0"/>
                    </a:cubicBezTo>
                    <a:cubicBezTo>
                      <a:pt x="405" y="0"/>
                      <a:pt x="353" y="0"/>
                      <a:pt x="302" y="0"/>
                    </a:cubicBezTo>
                    <a:cubicBezTo>
                      <a:pt x="134" y="0"/>
                      <a:pt x="0" y="126"/>
                      <a:pt x="0" y="282"/>
                    </a:cubicBezTo>
                    <a:cubicBezTo>
                      <a:pt x="0" y="438"/>
                      <a:pt x="134" y="566"/>
                      <a:pt x="302" y="566"/>
                    </a:cubicBezTo>
                    <a:cubicBezTo>
                      <a:pt x="353" y="566"/>
                      <a:pt x="405" y="566"/>
                      <a:pt x="456" y="566"/>
                    </a:cubicBezTo>
                    <a:cubicBezTo>
                      <a:pt x="473" y="566"/>
                      <a:pt x="490" y="566"/>
                      <a:pt x="490" y="547"/>
                    </a:cubicBezTo>
                    <a:cubicBezTo>
                      <a:pt x="490" y="527"/>
                      <a:pt x="473" y="527"/>
                      <a:pt x="456" y="527"/>
                    </a:cubicBezTo>
                    <a:cubicBezTo>
                      <a:pt x="405" y="527"/>
                      <a:pt x="353" y="527"/>
                      <a:pt x="302" y="527"/>
                    </a:cubicBezTo>
                    <a:cubicBezTo>
                      <a:pt x="165" y="527"/>
                      <a:pt x="50" y="432"/>
                      <a:pt x="39" y="301"/>
                    </a:cubicBezTo>
                    <a:cubicBezTo>
                      <a:pt x="178" y="301"/>
                      <a:pt x="317" y="301"/>
                      <a:pt x="456" y="301"/>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sp>
            <p:nvSpPr>
              <p:cNvPr id="320" name=""/>
              <p:cNvSpPr/>
              <p:nvPr/>
            </p:nvSpPr>
            <p:spPr>
              <a:xfrm>
                <a:off x="1454400" y="2409120"/>
                <a:ext cx="239760" cy="246960"/>
              </a:xfrm>
              <a:custGeom>
                <a:avLst/>
                <a:gdLst/>
                <a:ahLst/>
                <a:rect l="0" t="0" r="r" b="b"/>
                <a:pathLst>
                  <a:path w="666" h="686">
                    <a:moveTo>
                      <a:pt x="87" y="89"/>
                    </a:moveTo>
                    <a:cubicBezTo>
                      <a:pt x="87" y="247"/>
                      <a:pt x="87" y="405"/>
                      <a:pt x="87" y="564"/>
                    </a:cubicBezTo>
                    <a:cubicBezTo>
                      <a:pt x="87" y="617"/>
                      <a:pt x="78" y="633"/>
                      <a:pt x="28" y="636"/>
                    </a:cubicBezTo>
                    <a:cubicBezTo>
                      <a:pt x="17" y="636"/>
                      <a:pt x="0" y="636"/>
                      <a:pt x="0" y="653"/>
                    </a:cubicBezTo>
                    <a:cubicBezTo>
                      <a:pt x="0" y="670"/>
                      <a:pt x="17" y="670"/>
                      <a:pt x="34" y="670"/>
                    </a:cubicBezTo>
                    <a:cubicBezTo>
                      <a:pt x="84" y="670"/>
                      <a:pt x="134" y="670"/>
                      <a:pt x="185" y="670"/>
                    </a:cubicBezTo>
                    <a:cubicBezTo>
                      <a:pt x="204" y="670"/>
                      <a:pt x="218" y="670"/>
                      <a:pt x="218" y="653"/>
                    </a:cubicBezTo>
                    <a:cubicBezTo>
                      <a:pt x="218" y="636"/>
                      <a:pt x="201" y="636"/>
                      <a:pt x="187" y="636"/>
                    </a:cubicBezTo>
                    <a:cubicBezTo>
                      <a:pt x="134" y="633"/>
                      <a:pt x="126" y="614"/>
                      <a:pt x="126" y="564"/>
                    </a:cubicBezTo>
                    <a:cubicBezTo>
                      <a:pt x="126" y="414"/>
                      <a:pt x="126" y="264"/>
                      <a:pt x="126" y="114"/>
                    </a:cubicBezTo>
                    <a:cubicBezTo>
                      <a:pt x="268" y="300"/>
                      <a:pt x="409" y="486"/>
                      <a:pt x="551" y="672"/>
                    </a:cubicBezTo>
                    <a:cubicBezTo>
                      <a:pt x="560" y="683"/>
                      <a:pt x="565" y="686"/>
                      <a:pt x="571" y="686"/>
                    </a:cubicBezTo>
                    <a:cubicBezTo>
                      <a:pt x="587" y="686"/>
                      <a:pt x="587" y="672"/>
                      <a:pt x="587" y="656"/>
                    </a:cubicBezTo>
                    <a:cubicBezTo>
                      <a:pt x="587" y="471"/>
                      <a:pt x="587" y="287"/>
                      <a:pt x="587" y="103"/>
                    </a:cubicBezTo>
                    <a:cubicBezTo>
                      <a:pt x="587" y="50"/>
                      <a:pt x="599" y="36"/>
                      <a:pt x="643" y="33"/>
                    </a:cubicBezTo>
                    <a:cubicBezTo>
                      <a:pt x="649" y="33"/>
                      <a:pt x="666" y="33"/>
                      <a:pt x="666" y="17"/>
                    </a:cubicBezTo>
                    <a:cubicBezTo>
                      <a:pt x="666" y="0"/>
                      <a:pt x="652" y="0"/>
                      <a:pt x="632" y="0"/>
                    </a:cubicBezTo>
                    <a:cubicBezTo>
                      <a:pt x="585" y="0"/>
                      <a:pt x="537" y="0"/>
                      <a:pt x="490" y="0"/>
                    </a:cubicBezTo>
                    <a:cubicBezTo>
                      <a:pt x="473" y="0"/>
                      <a:pt x="456" y="0"/>
                      <a:pt x="456" y="17"/>
                    </a:cubicBezTo>
                    <a:cubicBezTo>
                      <a:pt x="456" y="33"/>
                      <a:pt x="473" y="33"/>
                      <a:pt x="484" y="33"/>
                    </a:cubicBezTo>
                    <a:cubicBezTo>
                      <a:pt x="540" y="36"/>
                      <a:pt x="548" y="56"/>
                      <a:pt x="548" y="106"/>
                    </a:cubicBezTo>
                    <a:cubicBezTo>
                      <a:pt x="548" y="208"/>
                      <a:pt x="548" y="311"/>
                      <a:pt x="548" y="413"/>
                    </a:cubicBezTo>
                    <a:cubicBezTo>
                      <a:pt x="449" y="280"/>
                      <a:pt x="351" y="147"/>
                      <a:pt x="252" y="14"/>
                    </a:cubicBezTo>
                    <a:cubicBezTo>
                      <a:pt x="241" y="0"/>
                      <a:pt x="238" y="0"/>
                      <a:pt x="215" y="0"/>
                    </a:cubicBezTo>
                    <a:cubicBezTo>
                      <a:pt x="159" y="0"/>
                      <a:pt x="102" y="0"/>
                      <a:pt x="45" y="0"/>
                    </a:cubicBezTo>
                    <a:cubicBezTo>
                      <a:pt x="28" y="0"/>
                      <a:pt x="11" y="0"/>
                      <a:pt x="11" y="17"/>
                    </a:cubicBezTo>
                    <a:cubicBezTo>
                      <a:pt x="11" y="33"/>
                      <a:pt x="28" y="33"/>
                      <a:pt x="34" y="33"/>
                    </a:cubicBezTo>
                    <a:cubicBezTo>
                      <a:pt x="59" y="36"/>
                      <a:pt x="78" y="53"/>
                      <a:pt x="87" y="64"/>
                    </a:cubicBezTo>
                    <a:cubicBezTo>
                      <a:pt x="87" y="73"/>
                      <a:pt x="87" y="75"/>
                      <a:pt x="87" y="89"/>
                    </a:cubicBezTo>
                    <a:moveTo>
                      <a:pt x="554" y="619"/>
                    </a:moveTo>
                    <a:cubicBezTo>
                      <a:pt x="411" y="432"/>
                      <a:pt x="269" y="245"/>
                      <a:pt x="126" y="59"/>
                    </a:cubicBezTo>
                    <a:cubicBezTo>
                      <a:pt x="117" y="45"/>
                      <a:pt x="117" y="45"/>
                      <a:pt x="106" y="33"/>
                    </a:cubicBezTo>
                    <a:cubicBezTo>
                      <a:pt x="145" y="33"/>
                      <a:pt x="185" y="33"/>
                      <a:pt x="224" y="33"/>
                    </a:cubicBezTo>
                    <a:cubicBezTo>
                      <a:pt x="334" y="182"/>
                      <a:pt x="444" y="331"/>
                      <a:pt x="554" y="480"/>
                    </a:cubicBezTo>
                    <a:cubicBezTo>
                      <a:pt x="554" y="526"/>
                      <a:pt x="554" y="573"/>
                      <a:pt x="554" y="619"/>
                    </a:cubicBezTo>
                    <a:close/>
                  </a:path>
                </a:pathLst>
              </a:custGeom>
              <a:solidFill>
                <a:srgbClr val="000000"/>
              </a:solidFill>
              <a:ln w="0">
                <a:noFill/>
              </a:ln>
            </p:spPr>
            <p:txBody>
              <a:bodyPr lIns="90000" rIns="90000" tIns="45000" bIns="45000" anchor="ctr" anchorCtr="1">
                <a:noAutofit/>
              </a:bodyPr>
              <a:p>
                <a:endParaRPr b="0" lang="en-GB" sz="1800" spc="-1" strike="noStrike">
                  <a:solidFill>
                    <a:srgbClr val="ffffff"/>
                  </a:solidFill>
                  <a:latin typeface="Arial"/>
                </a:endParaRPr>
              </a:p>
            </p:txBody>
          </p:sp>
        </p:grpSp>
      </p:grpSp>
      <p:pic>
        <p:nvPicPr>
          <p:cNvPr id="321" name="" descr=""/>
          <p:cNvPicPr/>
          <p:nvPr/>
        </p:nvPicPr>
        <p:blipFill>
          <a:blip r:embed="rId2">
            <a:alphaModFix amt="70000"/>
          </a:blip>
          <a:stretch/>
        </p:blipFill>
        <p:spPr>
          <a:xfrm>
            <a:off x="50760" y="4752000"/>
            <a:ext cx="4273920" cy="360000"/>
          </a:xfrm>
          <a:prstGeom prst="rect">
            <a:avLst/>
          </a:prstGeom>
          <a:ln w="19080">
            <a:solidFill>
              <a:srgbClr val="ff0000"/>
            </a:solidFill>
            <a:round/>
          </a:ln>
        </p:spPr>
      </p:pic>
    </p:spTree>
  </p:cSld>
  <mc:AlternateContent>
    <mc:Choice Requires="p14">
      <p:transition spd="slow" p14:dur="2000"/>
    </mc:Choice>
    <mc:Fallback>
      <p:transition spd="slow"/>
    </mc:Fallback>
  </mc:AlternateContent>
  <p:timing>
    <p:tnLst>
      <p:par>
        <p:cTn id="43" dur="indefinite" restart="never" nodeType="tmRoot">
          <p:childTnLst>
            <p:seq>
              <p:cTn id="44" dur="indefinite" nodeType="mainSeq">
                <p:childTnLst>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Conclusion and future work</a:t>
            </a:r>
            <a:endParaRPr b="0" lang="en-GB" sz="3300" spc="-1" strike="noStrike">
              <a:solidFill>
                <a:srgbClr val="ffffff"/>
              </a:solidFill>
              <a:latin typeface="Arial"/>
            </a:endParaRPr>
          </a:p>
        </p:txBody>
      </p:sp>
      <p:sp>
        <p:nvSpPr>
          <p:cNvPr id="323" name="PlaceHolder 2"/>
          <p:cNvSpPr>
            <a:spLocks noGrp="1"/>
          </p:cNvSpPr>
          <p:nvPr>
            <p:ph/>
          </p:nvPr>
        </p:nvSpPr>
        <p:spPr>
          <a:xfrm>
            <a:off x="540000" y="1440000"/>
            <a:ext cx="9360000" cy="2880000"/>
          </a:xfrm>
          <a:prstGeom prst="rect">
            <a:avLst/>
          </a:prstGeom>
          <a:noFill/>
          <a:ln w="0">
            <a:noFill/>
          </a:ln>
        </p:spPr>
        <p:txBody>
          <a:bodyPr lIns="0" rIns="0" tIns="0" bIns="0" anchor="t">
            <a:normAutofit/>
          </a:bodyPr>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CPT-symmetry universe can solve lots of problems.</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Perturbations should be periodic, require some discrete k.</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0" lang="en-GB" sz="2400" spc="-1" strike="noStrike">
                <a:solidFill>
                  <a:srgbClr val="000000"/>
                </a:solidFill>
                <a:latin typeface="Arial"/>
              </a:rPr>
              <a:t>Closed universe require integer k, which constrains curvature value to be: </a:t>
            </a:r>
            <a:endParaRPr b="0" lang="en-GB" sz="2400" spc="-1" strike="noStrike">
              <a:solidFill>
                <a:srgbClr val="000000"/>
              </a:solidFill>
              <a:latin typeface="Arial"/>
            </a:endParaRPr>
          </a:p>
          <a:p>
            <a:pPr marL="432000" indent="-324000">
              <a:lnSpc>
                <a:spcPct val="100000"/>
              </a:lnSpc>
              <a:spcAft>
                <a:spcPts val="1060"/>
              </a:spcAft>
              <a:buClr>
                <a:srgbClr val="000000"/>
              </a:buClr>
              <a:buSzPct val="45000"/>
              <a:buFont typeface="Wingdings" charset="2"/>
              <a:buChar char=""/>
            </a:pPr>
            <a:r>
              <a:rPr b="1" lang="en-GB" sz="2400" spc="-1" strike="noStrike">
                <a:solidFill>
                  <a:srgbClr val="000000"/>
                </a:solidFill>
                <a:latin typeface="Arial"/>
              </a:rPr>
              <a:t>Future work:</a:t>
            </a:r>
            <a:r>
              <a:rPr b="0" lang="en-GB" sz="2400" spc="-1" strike="noStrike">
                <a:solidFill>
                  <a:srgbClr val="000000"/>
                </a:solidFill>
                <a:latin typeface="Arial"/>
              </a:rPr>
              <a:t> incorporate combined observation </a:t>
            </a:r>
            <a:br>
              <a:rPr sz="2400"/>
            </a:br>
            <a:r>
              <a:rPr b="0" lang="en-GB" sz="2400" spc="-1" strike="noStrike">
                <a:solidFill>
                  <a:srgbClr val="000000"/>
                </a:solidFill>
                <a:latin typeface="Arial"/>
              </a:rPr>
              <a:t>(ex: CMB+BAO+SN 1a) to break the degeneracy.</a:t>
            </a:r>
            <a:endParaRPr b="0" lang="en-GB" sz="2400" spc="-1" strike="noStrike">
              <a:solidFill>
                <a:srgbClr val="000000"/>
              </a:solidFill>
              <a:latin typeface="Arial"/>
            </a:endParaRPr>
          </a:p>
        </p:txBody>
      </p:sp>
      <p:pic>
        <p:nvPicPr>
          <p:cNvPr id="324" name="" descr=""/>
          <p:cNvPicPr/>
          <p:nvPr/>
        </p:nvPicPr>
        <p:blipFill>
          <a:blip r:embed="rId1">
            <a:alphaModFix amt="70000"/>
          </a:blip>
          <a:stretch/>
        </p:blipFill>
        <p:spPr>
          <a:xfrm>
            <a:off x="2638080" y="2736000"/>
            <a:ext cx="4273920" cy="360000"/>
          </a:xfrm>
          <a:prstGeom prst="rect">
            <a:avLst/>
          </a:prstGeom>
          <a:ln w="19080">
            <a:noFill/>
          </a:ln>
        </p:spPr>
      </p:pic>
      <p:pic>
        <p:nvPicPr>
          <p:cNvPr id="325" name="" descr=""/>
          <p:cNvPicPr/>
          <p:nvPr/>
        </p:nvPicPr>
        <p:blipFill>
          <a:blip r:embed="rId2">
            <a:alphaModFix amt="70000"/>
          </a:blip>
          <a:stretch/>
        </p:blipFill>
        <p:spPr>
          <a:xfrm>
            <a:off x="720" y="3960000"/>
            <a:ext cx="10079640" cy="1710000"/>
          </a:xfrm>
          <a:prstGeom prst="rect">
            <a:avLst/>
          </a:prstGeom>
          <a:ln w="1800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252000" y="270000"/>
            <a:ext cx="9000000" cy="990000"/>
          </a:xfrm>
          <a:prstGeom prst="rect">
            <a:avLst/>
          </a:prstGeom>
          <a:noFill/>
          <a:ln w="0">
            <a:noFill/>
          </a:ln>
        </p:spPr>
        <p:txBody>
          <a:bodyPr lIns="0" rIns="0" tIns="0" bIns="0" anchor="ctr">
            <a:noAutofit/>
          </a:bodyPr>
          <a:p>
            <a:pPr indent="0" algn="ctr">
              <a:lnSpc>
                <a:spcPct val="100000"/>
              </a:lnSpc>
              <a:buNone/>
              <a:tabLst>
                <a:tab algn="l" pos="0"/>
              </a:tabLst>
            </a:pPr>
            <a:r>
              <a:rPr b="0" lang="en-GB" sz="3300" spc="-1" strike="noStrike">
                <a:solidFill>
                  <a:srgbClr val="ffffff"/>
                </a:solidFill>
                <a:latin typeface="Arial"/>
              </a:rPr>
              <a:t>Acknowledgement</a:t>
            </a:r>
            <a:endParaRPr b="0" lang="en-GB" sz="3300" spc="-1" strike="noStrike">
              <a:solidFill>
                <a:srgbClr val="ffffff"/>
              </a:solidFill>
              <a:latin typeface="Arial"/>
            </a:endParaRPr>
          </a:p>
        </p:txBody>
      </p:sp>
      <p:pic>
        <p:nvPicPr>
          <p:cNvPr id="327" name="" descr=""/>
          <p:cNvPicPr/>
          <p:nvPr/>
        </p:nvPicPr>
        <p:blipFill>
          <a:blip r:embed="rId1">
            <a:alphaModFix amt="70000"/>
          </a:blip>
          <a:srcRect l="0" t="9250" r="34498" b="36785"/>
          <a:stretch/>
        </p:blipFill>
        <p:spPr>
          <a:xfrm>
            <a:off x="3138840" y="1440000"/>
            <a:ext cx="3058560" cy="2519640"/>
          </a:xfrm>
          <a:prstGeom prst="rect">
            <a:avLst/>
          </a:prstGeom>
          <a:ln w="18000">
            <a:noFill/>
          </a:ln>
        </p:spPr>
      </p:pic>
      <p:pic>
        <p:nvPicPr>
          <p:cNvPr id="328" name="" descr=""/>
          <p:cNvPicPr/>
          <p:nvPr/>
        </p:nvPicPr>
        <p:blipFill>
          <a:blip r:embed="rId2">
            <a:alphaModFix amt="70000"/>
          </a:blip>
          <a:srcRect l="0" t="0" r="0" b="12615"/>
          <a:stretch/>
        </p:blipFill>
        <p:spPr>
          <a:xfrm>
            <a:off x="575280" y="1440000"/>
            <a:ext cx="2212920" cy="2592000"/>
          </a:xfrm>
          <a:prstGeom prst="rect">
            <a:avLst/>
          </a:prstGeom>
          <a:ln w="18000">
            <a:noFill/>
          </a:ln>
        </p:spPr>
      </p:pic>
      <p:pic>
        <p:nvPicPr>
          <p:cNvPr id="329" name="" descr=""/>
          <p:cNvPicPr/>
          <p:nvPr/>
        </p:nvPicPr>
        <p:blipFill>
          <a:blip r:embed="rId3">
            <a:alphaModFix amt="70000"/>
          </a:blip>
          <a:srcRect l="0" t="0" r="0" b="13584"/>
          <a:stretch/>
        </p:blipFill>
        <p:spPr>
          <a:xfrm>
            <a:off x="7238160" y="1620000"/>
            <a:ext cx="1585800" cy="1620000"/>
          </a:xfrm>
          <a:prstGeom prst="rect">
            <a:avLst/>
          </a:prstGeom>
          <a:ln w="18000">
            <a:noFill/>
          </a:ln>
        </p:spPr>
      </p:pic>
      <p:sp>
        <p:nvSpPr>
          <p:cNvPr id="330" name=""/>
          <p:cNvSpPr/>
          <p:nvPr/>
        </p:nvSpPr>
        <p:spPr>
          <a:xfrm>
            <a:off x="144000" y="4202280"/>
            <a:ext cx="2879640" cy="539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0" lang="en-GB" sz="2100" spc="-1" strike="noStrike">
                <a:solidFill>
                  <a:srgbClr val="000000"/>
                </a:solidFill>
                <a:latin typeface="Arial"/>
                <a:ea typeface="DejaVu Sans"/>
              </a:rPr>
              <a:t>Will Handley </a:t>
            </a:r>
            <a:br>
              <a:rPr sz="2100"/>
            </a:br>
            <a:r>
              <a:rPr b="0" lang="en-GB" sz="2100" spc="-1" strike="noStrike">
                <a:solidFill>
                  <a:srgbClr val="000000"/>
                </a:solidFill>
                <a:latin typeface="Arial"/>
                <a:ea typeface="DejaVu Sans"/>
              </a:rPr>
              <a:t>University of Cambridge</a:t>
            </a:r>
            <a:endParaRPr b="0" lang="en-GB" sz="2100" spc="-1" strike="noStrike">
              <a:solidFill>
                <a:srgbClr val="ffffff"/>
              </a:solidFill>
              <a:latin typeface="Arial"/>
            </a:endParaRPr>
          </a:p>
        </p:txBody>
      </p:sp>
      <p:sp>
        <p:nvSpPr>
          <p:cNvPr id="331" name=""/>
          <p:cNvSpPr/>
          <p:nvPr/>
        </p:nvSpPr>
        <p:spPr>
          <a:xfrm>
            <a:off x="3132000" y="4166280"/>
            <a:ext cx="2879640" cy="539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0" lang="en-GB" sz="2100" spc="-1" strike="noStrike">
                <a:solidFill>
                  <a:srgbClr val="000000"/>
                </a:solidFill>
                <a:latin typeface="Arial"/>
                <a:ea typeface="DejaVu Sans"/>
              </a:rPr>
              <a:t>Latham Boyle </a:t>
            </a:r>
            <a:br>
              <a:rPr sz="2100"/>
            </a:br>
            <a:r>
              <a:rPr b="0" lang="en-GB" sz="2100" spc="-1" strike="noStrike">
                <a:solidFill>
                  <a:srgbClr val="000000"/>
                </a:solidFill>
                <a:latin typeface="Arial"/>
                <a:ea typeface="DejaVu Sans"/>
              </a:rPr>
              <a:t>University of Edinburgh</a:t>
            </a:r>
            <a:endParaRPr b="0" lang="en-GB" sz="2100" spc="-1" strike="noStrike">
              <a:solidFill>
                <a:srgbClr val="ffffff"/>
              </a:solidFill>
              <a:latin typeface="Arial"/>
            </a:endParaRPr>
          </a:p>
        </p:txBody>
      </p:sp>
      <p:sp>
        <p:nvSpPr>
          <p:cNvPr id="332" name=""/>
          <p:cNvSpPr/>
          <p:nvPr/>
        </p:nvSpPr>
        <p:spPr>
          <a:xfrm>
            <a:off x="6912000" y="3168000"/>
            <a:ext cx="2375640" cy="575640"/>
          </a:xfrm>
          <a:prstGeom prst="rect">
            <a:avLst/>
          </a:prstGeom>
          <a:solidFill>
            <a:srgbClr val="2a6099"/>
          </a:solidFill>
          <a:ln w="18000">
            <a:noFill/>
          </a:ln>
        </p:spPr>
        <p:style>
          <a:lnRef idx="0"/>
          <a:fillRef idx="0"/>
          <a:effectRef idx="0"/>
          <a:fontRef idx="minor"/>
        </p:style>
        <p:txBody>
          <a:bodyPr lIns="90000" rIns="90000" tIns="45000" bIns="45000" anchor="t">
            <a:noAutofit/>
          </a:bodyPr>
          <a:p>
            <a:pPr algn="ctr">
              <a:lnSpc>
                <a:spcPct val="100000"/>
              </a:lnSpc>
              <a:spcBef>
                <a:spcPts val="1191"/>
              </a:spcBef>
              <a:spcAft>
                <a:spcPts val="992"/>
              </a:spcAft>
            </a:pPr>
            <a:r>
              <a:rPr b="1" lang="en-GB" sz="1600" spc="-1" strike="noStrike">
                <a:solidFill>
                  <a:srgbClr val="ffffff"/>
                </a:solidFill>
                <a:latin typeface="Arial"/>
              </a:rPr>
              <a:t>PHYSICAL REVIEW D 110, 103528 (2024)</a:t>
            </a:r>
            <a:endParaRPr b="0" lang="en-GB" sz="1600" spc="-1" strike="noStrike">
              <a:solidFill>
                <a:srgbClr val="ffffff"/>
              </a:solidFill>
              <a:latin typeface="Arial"/>
            </a:endParaRPr>
          </a:p>
        </p:txBody>
      </p:sp>
      <p:sp>
        <p:nvSpPr>
          <p:cNvPr id="333" name=""/>
          <p:cNvSpPr/>
          <p:nvPr/>
        </p:nvSpPr>
        <p:spPr>
          <a:xfrm>
            <a:off x="6665040" y="4204440"/>
            <a:ext cx="2879640" cy="755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1" lang="en-GB" sz="2400" spc="-1" strike="noStrike">
                <a:solidFill>
                  <a:srgbClr val="355269"/>
                </a:solidFill>
                <a:latin typeface="Arial"/>
                <a:ea typeface="DejaVu Sans"/>
              </a:rPr>
              <a:t>Wei-Ning Deng</a:t>
            </a:r>
            <a:endParaRPr b="0" lang="en-GB" sz="2400" spc="-1" strike="noStrike">
              <a:solidFill>
                <a:srgbClr val="ffffff"/>
              </a:solidFill>
              <a:latin typeface="Arial"/>
            </a:endParaRPr>
          </a:p>
          <a:p>
            <a:pPr algn="ctr">
              <a:lnSpc>
                <a:spcPct val="100000"/>
              </a:lnSpc>
            </a:pPr>
            <a:r>
              <a:rPr b="1" lang="en-GB" sz="2400" spc="-1" strike="noStrike">
                <a:solidFill>
                  <a:srgbClr val="355269"/>
                </a:solidFill>
                <a:latin typeface="Arial"/>
                <a:ea typeface="DejaVu Sans"/>
              </a:rPr>
              <a:t>Email: wnd22@cam.ac.uk</a:t>
            </a:r>
            <a:r>
              <a:rPr b="0" lang="en-GB" sz="2400" spc="-1" strike="noStrike">
                <a:solidFill>
                  <a:srgbClr val="000000"/>
                </a:solidFill>
                <a:latin typeface="Arial"/>
                <a:ea typeface="DejaVu Sans"/>
              </a:rPr>
              <a:t> </a:t>
            </a:r>
            <a:br>
              <a:rPr sz="2400"/>
            </a:br>
            <a:endParaRPr b="0" lang="en-GB" sz="2400" spc="-1" strike="noStrike">
              <a:solidFill>
                <a:srgbClr val="ffffff"/>
              </a:solidFill>
              <a:latin typeface="Arial"/>
            </a:endParaRPr>
          </a:p>
        </p:txBody>
      </p:sp>
      <p:sp>
        <p:nvSpPr>
          <p:cNvPr id="334" name=""/>
          <p:cNvSpPr/>
          <p:nvPr/>
        </p:nvSpPr>
        <p:spPr>
          <a:xfrm>
            <a:off x="1949040" y="5068440"/>
            <a:ext cx="2879640" cy="75564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lnSpc>
                <a:spcPct val="100000"/>
              </a:lnSpc>
            </a:pPr>
            <a:r>
              <a:rPr b="1" lang="en-GB" sz="2400" spc="-1" strike="noStrike">
                <a:solidFill>
                  <a:srgbClr val="2a6099"/>
                </a:solidFill>
                <a:latin typeface="Arial"/>
                <a:ea typeface="DejaVu Sans"/>
              </a:rPr>
              <a:t>Thanks for listening ~</a:t>
            </a:r>
            <a:r>
              <a:rPr b="0" lang="en-GB" sz="2400" spc="-1" strike="noStrike">
                <a:solidFill>
                  <a:srgbClr val="000000"/>
                </a:solidFill>
                <a:latin typeface="Arial"/>
                <a:ea typeface="DejaVu Sans"/>
              </a:rPr>
              <a:t> </a:t>
            </a:r>
            <a:br>
              <a:rPr sz="2400"/>
            </a:br>
            <a:endParaRPr b="0" lang="en-GB" sz="2400" spc="-1" strike="noStrike">
              <a:solidFill>
                <a:srgbClr val="ffffff"/>
              </a:solidFill>
              <a:latin typeface="Arial"/>
            </a:endParaRPr>
          </a:p>
        </p:txBody>
      </p:sp>
      <p:pic>
        <p:nvPicPr>
          <p:cNvPr id="335" name="" descr=""/>
          <p:cNvPicPr/>
          <p:nvPr/>
        </p:nvPicPr>
        <p:blipFill>
          <a:blip r:embed="rId4">
            <a:alphaModFix amt="70000"/>
          </a:blip>
          <a:stretch/>
        </p:blipFill>
        <p:spPr>
          <a:xfrm>
            <a:off x="6984000" y="0"/>
            <a:ext cx="1188000" cy="1377000"/>
          </a:xfrm>
          <a:prstGeom prst="rect">
            <a:avLst/>
          </a:prstGeom>
          <a:ln w="18000">
            <a:noFill/>
          </a:ln>
        </p:spPr>
      </p:pic>
      <p:pic>
        <p:nvPicPr>
          <p:cNvPr id="336" name="" descr=""/>
          <p:cNvPicPr/>
          <p:nvPr/>
        </p:nvPicPr>
        <p:blipFill>
          <a:blip r:embed="rId5">
            <a:alphaModFix amt="70000"/>
          </a:blip>
          <a:stretch/>
        </p:blipFill>
        <p:spPr>
          <a:xfrm>
            <a:off x="8240760" y="54360"/>
            <a:ext cx="1731240" cy="1025640"/>
          </a:xfrm>
          <a:prstGeom prst="rect">
            <a:avLst/>
          </a:prstGeom>
          <a:ln w="18000">
            <a:noFill/>
          </a:ln>
        </p:spPr>
      </p:pic>
    </p:spTree>
  </p:cSld>
  <mc:AlternateContent>
    <mc:Choice Requires="p14">
      <p:transition spd="slow" p14:dur="2000"/>
    </mc:Choice>
    <mc:Fallback>
      <p:transition spd="slow"/>
    </mc:Fallback>
  </mc:AlternateContent>
  <p:timing>
    <p:tnLst>
      <p:par>
        <p:cTn id="49" dur="indefinite" restart="never" nodeType="tmRoot">
          <p:childTnLst>
            <p:seq>
              <p:cTn id="50" dur="indefinite" nodeType="mainSeq">
                <p:childTnLst>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Papers for CPT-symmetry universe</a:t>
            </a:r>
            <a:endParaRPr b="0" lang="en-GB" sz="3300" spc="-1" strike="noStrike">
              <a:solidFill>
                <a:srgbClr val="ffffff"/>
              </a:solidFill>
              <a:latin typeface="Arial"/>
            </a:endParaRPr>
          </a:p>
        </p:txBody>
      </p:sp>
      <p:sp>
        <p:nvSpPr>
          <p:cNvPr id="338"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339" name="" descr=""/>
          <p:cNvPicPr/>
          <p:nvPr/>
        </p:nvPicPr>
        <p:blipFill>
          <a:blip r:embed="rId1">
            <a:alphaModFix amt="70000"/>
          </a:blip>
          <a:stretch/>
        </p:blipFill>
        <p:spPr>
          <a:xfrm>
            <a:off x="21240" y="1698120"/>
            <a:ext cx="10079640" cy="3384360"/>
          </a:xfrm>
          <a:prstGeom prst="rect">
            <a:avLst/>
          </a:prstGeom>
          <a:ln w="1800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Analytic solutions of perturbations</a:t>
            </a:r>
            <a:endParaRPr b="0" lang="en-GB" sz="3300" spc="-1" strike="noStrike">
              <a:solidFill>
                <a:srgbClr val="ffffff"/>
              </a:solidFill>
              <a:latin typeface="Arial"/>
            </a:endParaRPr>
          </a:p>
        </p:txBody>
      </p:sp>
      <p:pic>
        <p:nvPicPr>
          <p:cNvPr id="341" name="" descr=""/>
          <p:cNvPicPr/>
          <p:nvPr/>
        </p:nvPicPr>
        <p:blipFill>
          <a:blip r:embed="rId1">
            <a:alphaModFix amt="70000"/>
          </a:blip>
          <a:stretch/>
        </p:blipFill>
        <p:spPr>
          <a:xfrm>
            <a:off x="2700000" y="2880000"/>
            <a:ext cx="5189040" cy="1157760"/>
          </a:xfrm>
          <a:prstGeom prst="rect">
            <a:avLst/>
          </a:prstGeom>
          <a:ln w="18000">
            <a:noFill/>
          </a:ln>
        </p:spPr>
      </p:pic>
      <p:pic>
        <p:nvPicPr>
          <p:cNvPr id="342" name="" descr=""/>
          <p:cNvPicPr/>
          <p:nvPr/>
        </p:nvPicPr>
        <p:blipFill>
          <a:blip r:embed="rId2">
            <a:alphaModFix amt="70000"/>
          </a:blip>
          <a:stretch/>
        </p:blipFill>
        <p:spPr>
          <a:xfrm>
            <a:off x="3262680" y="4025880"/>
            <a:ext cx="4297320" cy="1554120"/>
          </a:xfrm>
          <a:prstGeom prst="rect">
            <a:avLst/>
          </a:prstGeom>
          <a:ln w="18000">
            <a:noFill/>
          </a:ln>
        </p:spPr>
      </p:pic>
      <p:pic>
        <p:nvPicPr>
          <p:cNvPr id="343" name="" descr=""/>
          <p:cNvPicPr/>
          <p:nvPr/>
        </p:nvPicPr>
        <p:blipFill>
          <a:blip r:embed="rId3">
            <a:alphaModFix amt="70000"/>
          </a:blip>
          <a:stretch/>
        </p:blipFill>
        <p:spPr>
          <a:xfrm>
            <a:off x="3168000" y="1623960"/>
            <a:ext cx="5759280" cy="896040"/>
          </a:xfrm>
          <a:prstGeom prst="rect">
            <a:avLst/>
          </a:prstGeom>
          <a:ln w="18000">
            <a:noFill/>
          </a:ln>
        </p:spPr>
      </p:pic>
      <p:sp>
        <p:nvSpPr>
          <p:cNvPr id="344" name=""/>
          <p:cNvSpPr/>
          <p:nvPr/>
        </p:nvSpPr>
        <p:spPr>
          <a:xfrm>
            <a:off x="612000" y="1656000"/>
            <a:ext cx="2160000" cy="72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000000"/>
                </a:solidFill>
                <a:latin typeface="Arial"/>
              </a:rPr>
              <a:t>Perturbation Equation:</a:t>
            </a:r>
            <a:endParaRPr b="0" lang="en-GB" sz="2400" spc="-1" strike="noStrike">
              <a:solidFill>
                <a:srgbClr val="000000"/>
              </a:solidFill>
              <a:latin typeface="Arial"/>
            </a:endParaRPr>
          </a:p>
        </p:txBody>
      </p:sp>
      <p:sp>
        <p:nvSpPr>
          <p:cNvPr id="345" name=""/>
          <p:cNvSpPr/>
          <p:nvPr/>
        </p:nvSpPr>
        <p:spPr>
          <a:xfrm>
            <a:off x="1152000" y="3060000"/>
            <a:ext cx="1656000" cy="720000"/>
          </a:xfrm>
          <a:prstGeom prst="rect">
            <a:avLst/>
          </a:prstGeom>
          <a:solidFill>
            <a:srgbClr val="ffffff">
              <a:alpha val="70000"/>
            </a:srgbClr>
          </a:solidFill>
          <a:ln w="18000">
            <a:noFill/>
          </a:ln>
        </p:spPr>
        <p:style>
          <a:lnRef idx="0"/>
          <a:fillRef idx="0"/>
          <a:effectRef idx="0"/>
          <a:fontRef idx="minor"/>
        </p:style>
        <p:txBody>
          <a:bodyPr wrap="none" lIns="90000" rIns="90000" tIns="45000" bIns="45000" anchor="ctr">
            <a:noAutofit/>
          </a:bodyPr>
          <a:p>
            <a:pPr algn="ctr"/>
            <a:r>
              <a:rPr b="0" lang="en-GB" sz="2400" spc="-1" strike="noStrike">
                <a:solidFill>
                  <a:srgbClr val="000000"/>
                </a:solidFill>
                <a:latin typeface="Arial"/>
              </a:rPr>
              <a:t>Solution:</a:t>
            </a:r>
            <a:endParaRPr b="0" lang="en-GB"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540000" y="270000"/>
            <a:ext cx="9000000" cy="990000"/>
          </a:xfrm>
          <a:prstGeom prst="rect">
            <a:avLst/>
          </a:prstGeom>
          <a:noFill/>
          <a:ln w="0">
            <a:noFill/>
          </a:ln>
        </p:spPr>
        <p:txBody>
          <a:bodyPr lIns="0" rIns="0" tIns="0" bIns="0" anchor="ctr">
            <a:noAutofit/>
          </a:bodyPr>
          <a:p>
            <a:pPr indent="0" algn="ctr">
              <a:buNone/>
            </a:pPr>
            <a:r>
              <a:rPr b="0" lang="en-GB" sz="3300" spc="-1" strike="noStrike">
                <a:solidFill>
                  <a:srgbClr val="ffffff"/>
                </a:solidFill>
                <a:latin typeface="Arial"/>
              </a:rPr>
              <a:t>Low-k mode</a:t>
            </a:r>
            <a:endParaRPr b="0" lang="en-GB" sz="3300" spc="-1" strike="noStrike">
              <a:solidFill>
                <a:srgbClr val="ffffff"/>
              </a:solidFill>
              <a:latin typeface="Arial"/>
            </a:endParaRPr>
          </a:p>
        </p:txBody>
      </p:sp>
      <p:sp>
        <p:nvSpPr>
          <p:cNvPr id="347" name="PlaceHolder 2"/>
          <p:cNvSpPr>
            <a:spLocks noGrp="1"/>
          </p:cNvSpPr>
          <p:nvPr>
            <p:ph/>
          </p:nvPr>
        </p:nvSpPr>
        <p:spPr>
          <a:xfrm>
            <a:off x="540000" y="1440000"/>
            <a:ext cx="9000000" cy="3600000"/>
          </a:xfrm>
          <a:prstGeom prst="rect">
            <a:avLst/>
          </a:prstGeom>
          <a:noFill/>
          <a:ln w="0">
            <a:noFill/>
          </a:ln>
        </p:spPr>
        <p:txBody>
          <a:bodyPr lIns="0" rIns="0" tIns="0" bIns="0" anchor="t">
            <a:normAutofit/>
          </a:bodyPr>
          <a:p>
            <a:pPr indent="0">
              <a:spcAft>
                <a:spcPts val="1060"/>
              </a:spcAft>
              <a:buNone/>
            </a:pPr>
            <a:endParaRPr b="0" lang="en-GB" sz="2400" spc="-1" strike="noStrike">
              <a:solidFill>
                <a:srgbClr val="000000"/>
              </a:solidFill>
              <a:latin typeface="Arial"/>
            </a:endParaRPr>
          </a:p>
        </p:txBody>
      </p:sp>
      <p:pic>
        <p:nvPicPr>
          <p:cNvPr id="348" name="" descr=""/>
          <p:cNvPicPr/>
          <p:nvPr/>
        </p:nvPicPr>
        <p:blipFill>
          <a:blip r:embed="rId1">
            <a:alphaModFix amt="70000"/>
          </a:blip>
          <a:srcRect l="29601" t="15338" r="27331" b="16412"/>
          <a:stretch/>
        </p:blipFill>
        <p:spPr>
          <a:xfrm>
            <a:off x="6228000" y="1483920"/>
            <a:ext cx="3240000" cy="3850920"/>
          </a:xfrm>
          <a:prstGeom prst="rect">
            <a:avLst/>
          </a:prstGeom>
          <a:ln w="18000">
            <a:noFill/>
          </a:ln>
        </p:spPr>
      </p:pic>
      <p:pic>
        <p:nvPicPr>
          <p:cNvPr id="349" name="" descr=""/>
          <p:cNvPicPr/>
          <p:nvPr/>
        </p:nvPicPr>
        <p:blipFill>
          <a:blip r:embed="rId2">
            <a:alphaModFix amt="70000"/>
          </a:blip>
          <a:srcRect l="0" t="8194" r="0" b="0"/>
          <a:stretch/>
        </p:blipFill>
        <p:spPr>
          <a:xfrm>
            <a:off x="0" y="1154520"/>
            <a:ext cx="6120000" cy="4494240"/>
          </a:xfrm>
          <a:prstGeom prst="rect">
            <a:avLst/>
          </a:prstGeom>
          <a:ln w="180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723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2025-03-13T11:07:12Z</dcterms:created>
  <dc:creator/>
  <dc:description/>
  <dc:language>en-GB</dc:language>
  <cp:lastModifiedBy/>
  <dcterms:modified xsi:type="dcterms:W3CDTF">2025-03-19T12:53:36Z</dcterms:modified>
  <cp:revision>20</cp:revision>
  <dc:subject/>
  <dc:title>Lights</dc:title>
</cp:coreProperties>
</file>